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Ein Werkzeug, das die Werkstatt selbst eingeführt hat und das produktiv auf den Werkstatt-Rechnern läuft - als Desktop-Programm, mit den Daten auf dem Firmenlaufwerk. Dasselbe Programm für jede Werkstatt, mit eigenen Daten je Standort.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Kurzer Überblick über den Ablauf - acht Stationen, am Ende der Ausblick und das Angebot zum Rundgang am echten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rote Faden ist Transparenz: Zahlen statt Bauchgefühl, eine Oberfläche, die jeder versteht. Die einzelnen Funktionen kommen auf den nächsten Folien.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bewusst einfach. Alles bleibt im Haus, die Rechte regelt das Laufwerk, Updates verteilen sich von selbst. Seit September trägt dasselbe Programm mehrere Werkstätten mit getrennten Daten.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Startbildschirm jedes Rechners. Alles Wichtige ohne einen einzigen Klick - auch für reine Leser wie Betriebsleitung oder Nachbarabteilungen.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Tagesliste bleibt, wie sie war. Zusätzlich kann die Runde am Morgen je Kollegen durchgehen, was heute anliegt, und direkt abhaken.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Niemand schreibt den Plan mehr von Hand fort - die Rotation rechnet die App, Liegengebliebenes bleibt ehrlich sichtbar. Feiertage und freie Tage stellt jede Werkstatt selbst 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Rechte in der App sind eine Leitplanke gegen Versehen. Echtes Sperren leisten die Laufwerksrechte - beides zusammen ergibt das Bild.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zweite Standort war der Anlass, das Programm sauber zu trennen: ein Build, je Werkstatt ein Datenordner. Der Gruppen-Pass liegt auf dem Rechner des Verwalters, die andere Werkstatt sieht davon in ihren Einstellungen nichts.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unterscheidet das Cockpit von einer gewachsenen Excel-Lösung: Alles ist automatisiert getestet. Die Zahlen stammen aus dem Volllauf vom 21.09.2026: 79 Härtetests, über 1.400 Einzelprüfungen, dazu acht weitere Suiten (Sync-Fokus, Smoke-Test, Stress, Klickrunde, Suchtempo).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Hochrechnung: Ein volles Werkstatt-Jahr sind rund 4.500 Einträge - die Messfahrt entspricht rund 15 Jahren ohne Aufräumen. Dazu die Steuerung: Speicher-Warnung plus Jahres-Archiv, Fotos außerhalb der Datei, Klartext-Format.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und ehrlich: Es gab keine Anschaffung, es gibt keine laufenden Kosten und keinen IT-Betriebsaufwand. Der Gewinn ist Zeit - beim Planen, bei der Übergabe, vor Audits - und dass nichts mehr verloren geht.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Bewusst ehrlich in beide Richtungen: Gekaufte Systeme bringen Support und Funktionsbreite, kosten aber jedes Jahr und zwingen die Abläufe in ihr Korsett. Der Eigenbau ist passgenau und kostenfrei; die offene Flanke - Pflege und Übergabe - ist benannt.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 fest vorgemerkt. Rechts: möglich auf Zuruf. Seit dem 08.09. gebaut und deshalb hier nicht mehr aufgeführt: Jahres-Archiv, Feiertage je Standort, zweiter Standort, Rechte je Gruppe, Personalisieren.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Einmalig die Master-Kopie auf den Rechner, ab dann kommen alle Updates über den grünen Balken vom Laufwerk. Die PDF-Anleitung führt Schritt für Schritt durch.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Abschluss: Angebot für einen Rundgang am echten System. Lesezugang kostet nichts und zeigt mehr als jede Folie.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Instandhaltung, Schichtbuch und Störberichte – ein Programm auf jedem Werkstatt-Rechner.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Vorstellung · Stand 21.09.2026 · R. Ciraci, Werkstattleiter BTA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home/user/WerkstattKalender/doku/logos/scheurich-group-haupt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776472"/>
            <a:ext cx="237744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0" y="361188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/home/user/WerkstattKalender/doku/logos/scheurich-wei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662172"/>
            <a:ext cx="1371600" cy="72237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212080" y="36118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2" descr="/home/user/WerkstattKalender/doku/logos/soendgen-kerami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3675888"/>
            <a:ext cx="9692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Worum es heute geht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Stationen – mit vielen Bildschirmfotos aus dem laufenden Betrieb (Beispieldaten)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wir standen – wo wir heute sind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5453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 / heute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103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das BTA-Cockpit?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140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Programm, Dateien, mehrere Werkstätten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971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App im Alltag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2826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 · PitStops · Planung · Schichtplan · Störberichte · Berichte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40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Beim Audit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1513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Nachweise auf Knopfdruck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1234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Rollen, Rechte, Personalisieren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15453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sieht was – und wie jeder Rechner aussieht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14884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2103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 und Verlässlichkeit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24140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 zusammenführen, gemessen statt behauptet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2971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Kosten, Ersparnis, Kaufsoftware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32826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 in beide Richtungen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88620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548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3840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noch kommt – der Einstieg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349240" y="41513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Ausblick, drei Schritte je Arbeitsplatz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wir standen – und wo wir heute sind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493776"/>
          </a:xfrm>
          <a:prstGeom prst="roundRect">
            <a:avLst>
              <a:gd name="adj" fmla="val 18519"/>
            </a:avLst>
          </a:prstGeom>
          <a:solidFill>
            <a:srgbClr val="FBEDEC"/>
          </a:solidFill>
          <a:ln w="12700">
            <a:solidFill>
              <a:srgbClr val="FBED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Stände und Zahlen steckten in Köpfen, Ordnern und Excel-Tabellen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51960" y="1499616"/>
            <a:ext cx="457200" cy="237744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371600"/>
            <a:ext cx="3840480" cy="493776"/>
          </a:xfrm>
          <a:prstGeom prst="roundRect">
            <a:avLst>
              <a:gd name="adj" fmla="val 18519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371600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Transparenz für alle: Quoten, Trends und Ausfallzeiten als Zahlen und Diagramme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3657600" cy="493776"/>
          </a:xfrm>
          <a:prstGeom prst="roundRect">
            <a:avLst>
              <a:gd name="adj" fmla="val 18519"/>
            </a:avLst>
          </a:prstGeom>
          <a:solidFill>
            <a:srgbClr val="FBEDEC"/>
          </a:solidFill>
          <a:ln w="12700">
            <a:solidFill>
              <a:srgbClr val="FBED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93852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Schichtübergabe aus dem Gedächtnis – Wichtiges ging unter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2066544"/>
            <a:ext cx="457200" cy="237744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938528"/>
            <a:ext cx="3840480" cy="493776"/>
          </a:xfrm>
          <a:prstGeom prst="roundRect">
            <a:avLst>
              <a:gd name="adj" fmla="val 18519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1938528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Übersicht, Pinnwand und Schichtbericht: die nächste Schicht sieht alles sofort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05456"/>
            <a:ext cx="3657600" cy="493776"/>
          </a:xfrm>
          <a:prstGeom prst="roundRect">
            <a:avLst>
              <a:gd name="adj" fmla="val 18519"/>
            </a:avLst>
          </a:prstGeom>
          <a:solidFill>
            <a:srgbClr val="FBEDEC"/>
          </a:solidFill>
          <a:ln w="12700">
            <a:solidFill>
              <a:srgbClr val="FBED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505456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kannte nur seinen Teil – das Ganze war schwer zu durchschauen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51960" y="2633472"/>
            <a:ext cx="457200" cy="237744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505456"/>
            <a:ext cx="3840480" cy="493776"/>
          </a:xfrm>
          <a:prstGeom prst="roundRect">
            <a:avLst>
              <a:gd name="adj" fmla="val 18519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83480" y="2505456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Oberfläche für alles – als Werkstatt einfach zu verstehen, jeder wird abgeholt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72384"/>
            <a:ext cx="3657600" cy="493776"/>
          </a:xfrm>
          <a:prstGeom prst="roundRect">
            <a:avLst>
              <a:gd name="adj" fmla="val 18519"/>
            </a:avLst>
          </a:prstGeom>
          <a:solidFill>
            <a:srgbClr val="FBEDEC"/>
          </a:solidFill>
          <a:ln w="12700">
            <a:solidFill>
              <a:srgbClr val="FBED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072384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Leistung der Werkstatt blieb unsichtbar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51960" y="3200400"/>
            <a:ext cx="457200" cy="237744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072384"/>
            <a:ext cx="3840480" cy="493776"/>
          </a:xfrm>
          <a:prstGeom prst="roundRect">
            <a:avLst>
              <a:gd name="adj" fmla="val 18519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83480" y="3072384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Erledigte Wartung und behobene Störungen stehen schwarz auf weiß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39312"/>
            <a:ext cx="3657600" cy="493776"/>
          </a:xfrm>
          <a:prstGeom prst="roundRect">
            <a:avLst>
              <a:gd name="adj" fmla="val 18519"/>
            </a:avLst>
          </a:prstGeom>
          <a:solidFill>
            <a:srgbClr val="FBEDEC"/>
          </a:solidFill>
          <a:ln w="12700">
            <a:solidFill>
              <a:srgbClr val="FBED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639312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Entscheidungen aus dem Bauch heraus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51960" y="3767328"/>
            <a:ext cx="457200" cy="237744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639312"/>
            <a:ext cx="3840480" cy="493776"/>
          </a:xfrm>
          <a:prstGeom prst="roundRect">
            <a:avLst>
              <a:gd name="adj" fmla="val 18519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83480" y="3639312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Entscheiden mit Zahlen: wo sich Störungen häufen, welche Anlage Zeit frisst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Gebaut aus der Werkstatt heraus – ohne Server, ohne Datenbank, ohne eine einzige IT-Anfrage.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das BTA-Cockpit?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 einfach: ein Programm-Ordner, zwei Datendateien, kein Server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0195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Programm-Ordner je Rechner – entpacken, starten, fertig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0" y="123444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2984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0195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Datendateien im gemeinsamen Werkstatt-Ordner auf dem Laufwerk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2984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0195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automatischer Abgleich – fremde Änderungen erscheinen von selbst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123444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2984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0195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Datenbanken, Clouds, Installationen, Adminrechte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Programm läuft auf jedem Werkstatt-Rechner; App-Datei und Datendateien liegen im Werkstatt-Ordner auf dem Firmenlaufwerk. Wer bearbeiten darf, regeln die Laufwerks-Rechte – ohne Schreibrecht schaltet die App von selbst auf „nur ansehen“.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4015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neue Version verteilen heißt: eine Datei in den Ordner legen. An jedem Rechner meldet sich ein grüner Balken „Neue Version verfügbar“ – ein Klick, fertig.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9F0F6"/>
          </a:solidFill>
          <a:ln w="12700">
            <a:solidFill>
              <a:srgbClr val="E9F0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Werkstätten, ein Programm: 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Werkstatt hat ihre eigenen Datendateien, ihr eigenes Team, eigene Anlagen und Feiertage. Ein Gruppen-Verwalter springt in der Kopfzeile zwischen den Werkstätten – Mitarbeiter und Daten bleiben klar getrennt.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Übersicht: die Lage auf einen Blick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Startbildschirm jedes Rechners – ohne einen einzigen Klick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285232" cy="3339389"/>
          </a:xfrm>
          <a:prstGeom prst="roundRect">
            <a:avLst>
              <a:gd name="adj" fmla="val 1369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home/user/WerkstattKalender/doku/vorstellung-bta-cockpit/shots/01-uebersic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2662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89320" y="1234440"/>
            <a:ext cx="3154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Kennzahlen des Tages: fällig, erledigt, überfällig – dazu die TPM-Monatsquote (PitStops &amp; R+I) und OEE aus der Excel-Tabelle.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ist jetzt da? Schichten mit Anwesenheit, live aus dem Schichtplan.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Störungen stehen rot ganz oben – nichts geht zwischen den Schichten unter.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Tagesliste mit den Terminen von heute, Pinnwand mit Bildern – für alle sichtbar, auch am Leser-Rechner.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Linkstreifen: Dokumente und Laufwerks-Pfade je Benutzer, ein Klick öffnet sie.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546397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Beispieldaten · Kennzahlen, Anwesenheit, offene Störungen, Tagesliste und Pinnwand.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Tagesliste: was heute anliegt, wer es macht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seit dem 21.09.: die heute Anwesenden und ihre geplanten Punkte direkt in der Kachel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4096512" cy="2594458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home/user/WerkstattKalender/doku/vorstellung-bta-cockpit/shots/18-termin-anwesen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5213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26864" y="1152144"/>
            <a:ext cx="4096512" cy="2594458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home/user/WerkstattKalender/doku/vorstellung-bta-cockpit/shots/18b-termin-per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5213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81975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Knopf „Anwesende“ zeigt, wer heute da ist – nach Früh, Spät und Nacht, mit Fortschritt. Wer fehlt (Schule, Krank, Urlaub), steht grau darunter.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381975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Kollege gewählt: seine eingeplanten Arbeiten, fälligen To-dos und Notizen des Tages – Kästchen hakt direkt ab, der Stift öffnet den Dialog.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PitStops &amp; Rundgänge pflegen sich selbst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ist das Ganze – PitStops sind die geplanten Wartungen, R+I die Rundgänge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285232" cy="3339389"/>
          </a:xfrm>
          <a:prstGeom prst="roundRect">
            <a:avLst>
              <a:gd name="adj" fmla="val 1369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home/user/WerkstattKalender/doku/vorstellung-bta-cockpit/shots/10-tpm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2662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89320" y="1234440"/>
            <a:ext cx="3154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Rotation über die Wochen – Feiertage des eigenen Bundeslands und Betriebsferien eingerechnet.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Klick hakt ab – direkt auf der Kachel, die Kennfarbe der Anlage bleibt stehen.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Regeltermine mit Serie: Abteilungsversammlung &amp; Co., auf Wunsch mit Pinnwand-Zettel.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Versäumtes bleibt sichtbar, bis es erledigt oder bewusst verschoben ist – das Termin-Archiv zeigt es auch den Lesern.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546397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Plan-Kalender im September – Kennfarben je Anlage, grüner Haken = erledigt.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Wochenplanung: Arbeiten per Ziehen verteilen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neben dem Plan – die Wocheneinteilung entsteht in Minuten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285232" cy="3339389"/>
          </a:xfrm>
          <a:prstGeom prst="roundRect">
            <a:avLst>
              <a:gd name="adj" fmla="val 1369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home/user/WerkstattKalender/doku/vorstellung-bta-cockpit/shots/03-plan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2662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89320" y="1234440"/>
            <a:ext cx="3154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neben dem Plan: alle offenen Arbeiten in einem frei verschiebbaren Fenster, nach Gewerk filterbar.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Zuweisen = Ziehen: Arbeit auf die Zeile von Person und Tag ziehen – fertig. Umplanen genauso.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Erledigtes verschwindet nicht: der Chip wird grün mit Haken und bleibt stehen – die Woche bleibt nachvollziehbar.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Notizen in der Zelle sind Aufträge: abhaken heißt erledigt.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Prioritäten und Gewerke (Mechanik / Elektrik) farblich sofort zu unterscheiden.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546397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Wochenplan – Arbeiten auf Person und Tag ziehen.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Schichtplan: eine Matrix für den ganzen Monat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Person und Tag eine Schicht – mit Notizen, die nur die richtige Gruppe sieht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285232" cy="3339389"/>
          </a:xfrm>
          <a:prstGeom prst="roundRect">
            <a:avLst>
              <a:gd name="adj" fmla="val 1369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home/user/WerkstattKalender/doku/vorstellung-bta-cockpit/shots/02-schicht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2662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89320" y="1234440"/>
            <a:ext cx="3154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Früh, Spät, Nacht, Urlaub, Krank, Schule und eigene Schichtarten – ein Klick in die Zelle, Tag oder ganze Woche.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Notizen an der Zelle (Zahnarzt, Gespräch, Hinweis) mit Sichtbarkeit: alle, nur Bearbeiter oder nur Verwalter.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Feiertage stehen rot, die Anwesenheit auf der Übersicht kommt live aus dieser Matrix.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Ausdrucke: Monat quer und je Kalenderwoche ein Blatt fürs Schwarze Brett.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546397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Monatsmatrix – Farben je Schichtart, Feiertage rot.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Störberichte: dokumentiert, mit Foto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digitale Schichtbuch – eine eigene Datei, die alle beschreiben dürfen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285232" cy="3339389"/>
          </a:xfrm>
          <a:prstGeom prst="roundRect">
            <a:avLst>
              <a:gd name="adj" fmla="val 1369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home/user/WerkstattKalender/doku/vorstellung-bta-cockpit/shots/06b-stoerungen-off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2662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89320" y="1234440"/>
            <a:ext cx="3154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Fortlaufende Nummer je Jahr – jeder Bericht ist eindeutig zitierbar.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Ausfallzeit je Anlage ausgewertet – Häufungen (3. Störung in 30 Tagen) meldet die App von selbst.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vom Schaden direkt aus der Handy-Kamera – sagt der nächsten Schicht mehr als drei Sätze.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Maßnahmen wandern per Klick als Arbeit ins Backlog – nichts bleibt vergraben.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Schichtbericht der letzten drei Schichten auf Knopfdruck – für die Morgenrunde.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546397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Störberichte nach Datum und Schicht – mit Ausfallzeit und Status.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Berichte: To-dos, Backlog und Zeiterfassung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Bereich Berichte bündelt, was sonst in Listen und Zetteln verstreut war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4096512" cy="2594458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home/user/WerkstattKalender/doku/vorstellung-bta-cockpit/shots/05-to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5213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26864" y="1152144"/>
            <a:ext cx="4096512" cy="2594458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home/user/WerkstattKalender/doku/vorstellung-bta-cockpit/shots/08-zeiterfassu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5213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81975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To-do-Liste: erteilt von, für wen, bis wann – überfällig rot, Vorwarnung orange. Abhaken hält fest, wer es erledigt hat.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381975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Zeiterfassung je Mitarbeiter und Kostenstelle mit Jahres-Export nach Excel; dazu der Backlog aller offenen Arbeiten und eine Suche über alle Berichte.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Beim Audit: Nachweise auf Knopfdruck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Auditor fragt – die App antwortet: Register öffnen oder Blatt drucken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285232" cy="3339389"/>
          </a:xfrm>
          <a:prstGeom prst="roundRect">
            <a:avLst>
              <a:gd name="adj" fmla="val 1369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home/user/WerkstattKalender/doku/vorstellung-bta-cockpit/shots/20-druck-pruefnachweis-di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2662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89320" y="1234440"/>
            <a:ext cx="3154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Prüfnachweis als A4-Ausdruck: unterschriftsfähig, mit Anlage, Soll und Erledigt-Stand – direkt aus der App.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Termintreue schwarz auf weiß: „X von Y erledigt · Z %“ je Monat – Zeitraum frei wählbar, dazu die Aufschlüsselung je Anlage.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Lückenlose Historie je Anlage: die Anlagen-Akte mit allen Terminen, Arbeiten, Störungen, Ersatzteilen und Ausfallzeiten – über Jahre.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hat wann was geändert: der Verlauf der gemeinsamen Datei beantwortet es in Sekunden.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546397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Druckdialog mit echter Vorschau – hier der Prüfnachweis.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 und Rechte: wer sieht was, wer darf was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Benutzergruppen – und eine Rechte-Tabelle, die der Verwalter selbst pflegt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4096512" cy="2594458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home/user/WerkstattKalender/doku/vorstellung-bta-cockpit/shots/15-benutzer-rech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5213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26864" y="1152144"/>
            <a:ext cx="4096512" cy="2594458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home/user/WerkstattKalender/doku/vorstellung-bta-cockpit/shots/17-ansicht-men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5213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81975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Verwalter, Bearbeiter, Leser – je Bereich „ausgeblendet“, „nur ansehen“ oder „bearbeiten“. Gilt sofort auf allen Rechnern. Je Benutzer eine eigene Link-Sammlung.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381975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Ansichts-Schalter (Auge): der Verwalter sieht das Cockpit so, wie es ein Bearbeiter oder Leser sieht – prüfen, bevor Rechte verteilt werden.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Personalisieren &amp; Regeln: je Werkstatt, je Rechner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auf dem Bildschirm steht und was im Haus gilt, wird eingestellt – nicht programmiert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4096512" cy="2594458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home/user/WerkstattKalender/doku/vorstellung-bta-cockpit/shots/16b-anordn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5213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26864" y="1152144"/>
            <a:ext cx="4096512" cy="2594458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home/user/WerkstattKalender/doku/vorstellung-bta-cockpit/shots/19-regeln-list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5213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81975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 anordnen: Kacheln ziehen, ausblenden, tauschen – oder eine Layout-Vorlage (Morgenrunde, Leitstand, Planung, Schlank) wählen. Gilt je Rechner.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381975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 &amp; Listen: Bundesland und freie Tage, Fehlerarten, Abwesenheitsgründe, Gewerk-Namen, Schwellen und Ziele, Textbausteine, Pflichtfelder – für alle Rechner.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Werkstätten – ein Programm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Getrennte Daten, gemeinsame Weiterentwicklung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83027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home/user/WerkstattKalender/doku/vorstellung-bta-cockpit/shots/20-kopfzeile-wechs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Kopfzeile: aktuelle Werkstatt links, daneben der Wechsel-Knopf des Gruppen-Verwalters.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57200" y="2304288"/>
            <a:ext cx="2624328" cy="2313432"/>
          </a:xfrm>
          <a:prstGeom prst="roundRect">
            <a:avLst>
              <a:gd name="adj" fmla="val 39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" y="2459736"/>
            <a:ext cx="384048" cy="38404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245973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Daten je Werkstatt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2962656"/>
            <a:ext cx="229514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Anlagen, Prüfpunkte, Störberichte, Schichtplan, Rechte und Regeln liegen je Werkstatt in eigenen Dateien – nichts vermischt sich.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64408" y="2304288"/>
            <a:ext cx="2624328" cy="2313432"/>
          </a:xfrm>
          <a:prstGeom prst="roundRect">
            <a:avLst>
              <a:gd name="adj" fmla="val 39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9000" y="2459736"/>
            <a:ext cx="384048" cy="38404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2900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922776" y="245973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Gruppen-Verwalter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2962656"/>
            <a:ext cx="229514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Verwalter der Leit-Werkstatt springt frei zwischen den Werkstätten und ist dort Verwalter – ohne in deren Benutzerliste zu stehen.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71616" y="2304288"/>
            <a:ext cx="2624328" cy="2313432"/>
          </a:xfrm>
          <a:prstGeom prst="roundRect">
            <a:avLst>
              <a:gd name="adj" fmla="val 39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36208" y="2459736"/>
            <a:ext cx="384048" cy="384048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36208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729984" y="245973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Programm, alle Updates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236208" y="2962656"/>
            <a:ext cx="229514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Verbesserung erreicht alle Werkstätten über den grünen Balken. Wünsche aus jeder Werkstatt fließen in dieselbe Roll-out-Liste.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 nutzen, ohne sich zu überschreiben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in zwei Richtungen: gegen Datenverlust und gegen Abfluss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21280" cy="1632204"/>
          </a:xfrm>
          <a:prstGeom prst="roundRect">
            <a:avLst>
              <a:gd name="adj" fmla="val 560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89888"/>
            <a:ext cx="384048" cy="384048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344168"/>
            <a:ext cx="179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Eintrag für Eintrag zusammengeführt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874520"/>
            <a:ext cx="2292096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jedem Speichern wird der Datei-Stand gelesen, danach zurückgeprüft. Fremde Änderungen erscheinen alle 30 Sekunden von selbst.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1360" y="1234440"/>
            <a:ext cx="2621280" cy="1632204"/>
          </a:xfrm>
          <a:prstGeom prst="roundRect">
            <a:avLst>
              <a:gd name="adj" fmla="val 560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5952" y="1389888"/>
            <a:ext cx="384048" cy="38404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5952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919728" y="1344168"/>
            <a:ext cx="179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Rechte über das Laufwerk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25952" y="1874520"/>
            <a:ext cx="2292096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Schreibrecht automatisch „nur ansehen“. Dazu die Benutzergruppen in der App mit Rechte-Tabelle je Bereich.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65520" y="1234440"/>
            <a:ext cx="2621280" cy="1632204"/>
          </a:xfrm>
          <a:prstGeom prst="roundRect">
            <a:avLst>
              <a:gd name="adj" fmla="val 560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0112" y="1389888"/>
            <a:ext cx="384048" cy="38404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0112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723888" y="1344168"/>
            <a:ext cx="179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Sicherungen im Hintergrund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30112" y="1874520"/>
            <a:ext cx="2292096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Gerät 30 Stände plus 14 Tages-Stände, täglich eine Kopie in den Datenordner – dort greift die IT-Sicherung.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31236"/>
            <a:ext cx="2621280" cy="1632204"/>
          </a:xfrm>
          <a:prstGeom prst="roundRect">
            <a:avLst>
              <a:gd name="adj" fmla="val 560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186684"/>
            <a:ext cx="384048" cy="384048"/>
          </a:xfrm>
          <a:prstGeom prst="ellipse">
            <a:avLst/>
          </a:prstGeom>
          <a:solidFill>
            <a:srgbClr val="2C3137"/>
          </a:solidFill>
          <a:ln w="12700">
            <a:solidFill>
              <a:srgbClr val="2C313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1866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3140964"/>
            <a:ext cx="179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Laufwerk kurz weg?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671316"/>
            <a:ext cx="2292096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App speichert lokal weiter, meldet es und gleicht beim nächsten Speichern ab. Eine beschädigte Datei heilt sie selbst.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61360" y="3031236"/>
            <a:ext cx="2621280" cy="1632204"/>
          </a:xfrm>
          <a:prstGeom prst="roundRect">
            <a:avLst>
              <a:gd name="adj" fmla="val 560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5952" y="3186684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5952" y="31866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919728" y="3140964"/>
            <a:ext cx="179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Wächter gegen stille Fehler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425952" y="3671316"/>
            <a:ext cx="2292096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 Programmfassung? Rote Leiste. Falsch gehende Uhr? Gemeldet, ohne eine Änderung zu verlieren. Massenlöschung? Notbremse.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65520" y="3031236"/>
            <a:ext cx="2621280" cy="1632204"/>
          </a:xfrm>
          <a:prstGeom prst="roundRect">
            <a:avLst>
              <a:gd name="adj" fmla="val 560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0112" y="3186684"/>
            <a:ext cx="384048" cy="384048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30112" y="31866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723888" y="3140964"/>
            <a:ext cx="179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bleibt im Haus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230112" y="3671316"/>
            <a:ext cx="2292096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Cloud, keine fremden Server: Programm und Daten liegen ausschließlich auf dem Firmenlaufwerk.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Verlässlichkeit: gemessen, nicht behauptet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Vollständiger Suitenlauf vom 21.09.2026 – vor jeder Auslieferung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Härtetests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einem echten Browser gegen die fertige App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2984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1.400+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Einzelprüfungen im Volllauf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21.09.2026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2984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71.084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Einträge im Stresstest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 Werkstatt-Jahre in einer Datei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66560" y="123444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2984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bestanden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sonst geht keine Version aufs Laufwerk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Geprüfte Grenzfälle: beschädigte Datei (heilt sich selbst) · zwei gleichzeitig offene Fenster · zwei Rechner speichern im selben Augenblick · falsch gehende Uhr, verstellte Zeitzone und der Zeitumstellungs-Tag · volle Speichergrenze · echte Excel-Tabelle · Rechte-Entzug im laufenden Betrieb · Leser kommt nie an Eingaben.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886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Hausregel: 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Änderung am Speichern oder Zusammenführen braucht einen Test, der ohne die Änderung fehlschlägt. Vor jeder Auslieferung läuft die komplette Suite – und was nicht gemessen wurde, wird als ungemessen gekennzeichnet.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Daten: getestet weit über den Alltag hinaus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Hochrechnung und Gegensteuern – die Datei bleibt klein und schnell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VIEL HÄLT ES AUS – DIE MESSFAHRT ALS HOCHRECHNUNG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36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volles Jahr Werkstattbetrieb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4.500 Einträge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404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Stress-Messfahrt (gemessen, 11.09.)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71.084 Einträge · 15 Jahrgänge · 15,2 MB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Gemessene Zeiten beim Stress-Bestand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66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Verbinden 3,1 s · Speichern 6,8 s im Hintergrund · Start 0,6 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1148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70.000 sind ein Stresstest, kein Betriebszustand. Im Alltag liegt die Datei bei einem Bruchteil – die vier datenreichen Bereiche waren beim Stress-Bestand spürbar zäh und stehen als offener Punkt in der Roll-out-Liste.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SO WIRD GEGENGESTEUERT, LANGE BEVOR ES ENG WIRD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4630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1536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Speicher-Warnung und Jahres-Archiv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181051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Nähert sich die Datei der Grenze (rund 5 MB), meldet die App es sichtbar. Das Jahres-Archiv lagert alte Jahrgänge in eigene Dateien aus – die Hauptdatei bleibt klein.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51460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2587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Große Brocken bleiben draußen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28620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wandern nie in die Datendatei – sie liegen als Bilddateien im Fotos-Ordner daneben. Gelöschtes wird über eine Merkliste sauber ausgetragen.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356616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3639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Daten gehören der Werkstatt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91363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Lesbarer Klartext (JSON), jederzeit nach Excel/CSV exportierbar – kein Herstellerformat, kein Wechsel-Hindernis.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hat es gekostet – und was sparen wir?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GEKOSTET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ENTFÄLLT SEITDEM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804672"/>
          </a:xfrm>
          <a:prstGeom prst="roundRect">
            <a:avLst>
              <a:gd name="adj" fmla="val 1136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37160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Anschaffung – aus der Werkstatt heraus entwickelt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657600" cy="804672"/>
          </a:xfrm>
          <a:prstGeom prst="roundRect">
            <a:avLst>
              <a:gd name="adj" fmla="val 1136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28600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28600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laufende Kosten: keine Lizenzen, keine Server, keine Cloud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3657600" cy="804672"/>
          </a:xfrm>
          <a:prstGeom prst="roundRect">
            <a:avLst>
              <a:gd name="adj" fmla="val 1136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20040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20040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IT-Aufwand – läuft auf den vorhandenen Rechnern und dem vorhandenen Laufwerk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37160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1371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1371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Wartungsplan von Hand fortschreiben und abtippen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1901952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190195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19019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Doppelte Pflege: Zettel, Excel-Listen, Aushänge nebeneinander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2432304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9160" y="243230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243230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Suchen vor Audits – Nachweise entstehen jetzt auf Knopfdruck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2962656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09160" y="29626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074920" y="29626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Verlorene Störungs-Infos zwischen den Schichten – und die Rückfragen danach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3493008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09160" y="34930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34930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Wochenplanung und Übergabe aus dem Gedächtnis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eingesparte Zeit steckt jede Woche in Planung, Übergabe und Audit-Vorbereitung – sie bleibt in der Werkstatt.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warum nicht einfach kaufen?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ehrlicher Vergleich – beide Wege haben Licht und Schatten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(EIGENBAU)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GEKAUFTE INSTANDHALTUNGS-SOFTWARE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087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5087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Anschaffung, keine Lizenzen, kein Server – 0 € im Jahr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9659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Exakt auf die Abläufe der Werkstatt zugeschnitten – nichts Überflüssiges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4231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4231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Wünsche sind in Tagen umgesetzt, nicht im nächsten Jahres-Release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803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8803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als lesbarer Klartext im Haus – jederzeit exportierbar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3375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3375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Hersteller-Support – Pflege und Weiterentwicklung liegen bei uns (Übergabe-Plan in der Roll-out-Liste)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947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947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 noch unsigniert – der SmartScreen-Hinweis bleibt, bis die IT signiert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5087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15087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Hersteller-Support, Schulungen, garantierte Updates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19659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19659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Großer Funktionsumfang ab Tag 1 (Lager, Einkauf, Mobile-Apps)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24231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24231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Verantwortung für Betrieb und Sicherheit liegt beim Anbieter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28803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28803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Lizenz- und Wartungskosten – jedes Jahr, oft je Benutzer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33375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33375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 als IT-Projekt: Server, Schnittstellen, Monate Vorlauf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37947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37947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Abläufe müssen sich der Software anpassen – Sonderwünsche kosten extra; Daten oft in Cloud oder Herstellerformat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die Größe und die Abläufe unserer Werkstätten rechnet sich der Eigenbau – und der Wechsel bliebe jederzeit möglich, weil die Daten uns gehören.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kommt noch – und was ist möglich?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VORGEMERKT (besprochen, wird gebaut)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MÖGLICH, WENN GEWÜNSCHT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640080"/>
          </a:xfrm>
          <a:prstGeom prst="rect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26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GitHub-Release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00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einziger Download-Knopf für Programm und Startpaket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73152" cy="640080"/>
          </a:xfrm>
          <a:prstGeom prst="rect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157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Signierte EXE mit der IT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4323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SmartScreen-Hinweis mehr beim ersten Start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34640"/>
            <a:ext cx="73152" cy="640080"/>
          </a:xfrm>
          <a:prstGeom prst="rect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2889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Papierkorb „Kürzlich gelöscht“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1638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versehentlich Gelöschtes selbst zurückholen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66160"/>
            <a:ext cx="73152" cy="640080"/>
          </a:xfrm>
          <a:prstGeom prst="rect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3621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Ersatzteil-Übersicht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895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Bestände und Bestell-Liste – die Nachbestell-Markierung aus den Störberichten ist der Anfang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371600"/>
            <a:ext cx="73152" cy="640080"/>
          </a:xfrm>
          <a:prstGeom prst="rect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64608" y="1426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Abteilungen als Leser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1700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Betriebsleitung, Produktion &amp; Co. schauen live mit – ohne Mehraufwand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10312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103120"/>
            <a:ext cx="73152" cy="640080"/>
          </a:xfrm>
          <a:prstGeom prst="rect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64608" y="2157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Zuständige Person am Störbericht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864608" y="24323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Restarbeiten erscheinen dann direkt beim Kollegen in der Tagesliste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83464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834640"/>
            <a:ext cx="73152" cy="640080"/>
          </a:xfrm>
          <a:prstGeom prst="rect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64608" y="2889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Monitor-Umlauf und Prioritätsstufen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864608" y="31638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Zuruf – die Bausteine sind da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35661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566160"/>
            <a:ext cx="73152" cy="640080"/>
          </a:xfrm>
          <a:prstGeom prst="rect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64608" y="3621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Werkstätten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864608" y="3895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neuer Standort ist ein neuer Datenordner – das Programm bleibt dasselbe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Wünsche aus Werkstatt und Führungskreis wandern in die Roll-out-Liste – dort wird entschieden, was als Nächstes kommt.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neuer Arbeitsplatz: drei Schritte, keine IT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Laufwerk oder vom USB-Startpaket – ohne Adminrechte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463040" y="1325880"/>
            <a:ext cx="640080" cy="64008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40280" y="1645920"/>
            <a:ext cx="1463040" cy="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0312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Programm-Ordner kopieren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14600"/>
            <a:ext cx="2441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fertige Master-Kopie liegt auf dem Laufwerk (oder auf dem USB-Stick) – einfach auf den Rechner kopieren, z. B. auf den Desktop.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0248" y="1325880"/>
            <a:ext cx="640080" cy="640080"/>
          </a:xfrm>
          <a:prstGeom prst="ellipse">
            <a:avLst/>
          </a:prstGeom>
          <a:solidFill>
            <a:srgbClr val="2C3137"/>
          </a:solidFill>
          <a:ln w="12700">
            <a:solidFill>
              <a:srgbClr val="2C31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7024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47488" y="1645920"/>
            <a:ext cx="1463040" cy="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64408" y="210312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starten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2514600"/>
            <a:ext cx="2441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Beim allerersten Start einmal die Windows-Nachfrage bestätigen. Werkstatt wählen, Datei-Verbindung sitzt dank Vorbelegung von selbst.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77456" y="1325880"/>
            <a:ext cx="640080" cy="640080"/>
          </a:xfrm>
          <a:prstGeom prst="ellipse">
            <a:avLst/>
          </a:prstGeom>
          <a:solidFill>
            <a:srgbClr val="2C3137"/>
          </a:solidFill>
          <a:ln w="12700">
            <a:solidFill>
              <a:srgbClr val="2C31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77456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071616" y="210312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Arbeiten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163056" y="2514600"/>
            <a:ext cx="2441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dann: Doppelklick, App geht auf, Stand ist aktuell. Neue Versionen meldet der grüne Balken – ein Klick genügt.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 je Arbeitsplatz: wenige Minuten, ohne Adminrechte-Installation. Die bebilderte Aufsetz-Anleitung (PDF) liegt bei – für Bearbeiter- wie Leser-Rechner.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Programm. Eine Datei je Werkstatt.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nachweisbar.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Rundgang in der App – 15 Minuten am echten System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Lesezugang für Betriebsleitung und Nachbarabteilungen ist sofort möglich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089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Fragen &amp; Wünsche fließen in die Roll-out-Liste ein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user/WerkstattKalender/doku/logos/scheurich-group-haupt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776472"/>
            <a:ext cx="237744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0" y="361188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/home/user/WerkstattKalender/doku/logos/scheurich-wei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662172"/>
            <a:ext cx="1371600" cy="7223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212080" y="36118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/home/user/WerkstattKalender/doku/logos/soendgen-kerami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3675888"/>
            <a:ext cx="969264" cy="6949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766560" y="3611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Ciraci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Werkstattleiter BTA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Instandhaltung digital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BTA-Cockpit – Hauptpräsentation</dc:title>
  <dc:subject>PptxGenJS Presentation</dc:subject>
  <dc:creator>R. Ciraci</dc:creator>
  <cp:lastModifiedBy>R. Ciraci</cp:lastModifiedBy>
  <cp:revision>1</cp:revision>
  <dcterms:created xsi:type="dcterms:W3CDTF">2026-09-21T14:05:29Z</dcterms:created>
  <dcterms:modified xsi:type="dcterms:W3CDTF">2026-09-21T14:05:29Z</dcterms:modified>
</cp:coreProperties>
</file>