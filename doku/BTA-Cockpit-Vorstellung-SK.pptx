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1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C3137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2C3137"/>
                </a:solidFill>
                <a:latin typeface="Calibri"/>
              </a:rPr>
              <a:t>So verteilt sich der Stress-Bestand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Einträge</c:v>
                </c:pt>
              </c:strCache>
            </c:strRef>
          </c:tx>
          <c:spPr>
            <a:solidFill>
              <a:srgbClr val="C97A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Schichtplan</c:v>
                  </c:pt>
                  <c:pt idx="1">
                    <c:v>Backlog / Planung</c:v>
                  </c:pt>
                  <c:pt idx="2">
                    <c:v>To-dos</c:v>
                  </c:pt>
                  <c:pt idx="3">
                    <c:v>Zeiterfassung</c:v>
                  </c:pt>
                  <c:pt idx="4">
                    <c:v>Störberichte</c:v>
                  </c:pt>
                  <c:pt idx="5">
                    <c:v>TPM</c:v>
                  </c:pt>
                  <c:pt idx="6">
                    <c:v>R+I</c:v>
                  </c:pt>
                  <c:pt idx="7">
                    <c:v>Pinnwand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31728</c:v>
                </c:pt>
                <c:pt idx="1">
                  <c:v>11654</c:v>
                </c:pt>
                <c:pt idx="2">
                  <c:v>10660</c:v>
                </c:pt>
                <c:pt idx="3">
                  <c:v>10648</c:v>
                </c:pt>
                <c:pt idx="4">
                  <c:v>2704</c:v>
                </c:pt>
                <c:pt idx="5">
                  <c:v>1647</c:v>
                </c:pt>
                <c:pt idx="6">
                  <c:v>1647</c:v>
                </c:pt>
                <c:pt idx="7">
                  <c:v>396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43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Kein Server, keine Datenbank, keine Installation: Das Programm ist eine HTML-Datei, die Daten liegen als zwei JSON-Dateien auf dem Laufwerk. Wer den Ordner sehen darf, kann das Cockpit nutzen.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Kein Rechner muss einzeln angefasst werden. Der grüne Balken ist derselbe Weg, über den auch Fehlerbehebungen und neue Funktionen kommen.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Standort-Trennung ist seit September eingebaut (Werkstatt-Wahl beim ersten Start). Soendgen Keramik startet mit einem leeren, eigenen Datenbestand.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70.000 sind ein Stresstest, kein Betriebszustand. Ein echtes Werkstattjahr sind rund 4.500 Einträge; mit gepflegtem Jahresarchiv bleibt die Datei bei 5–8 MB.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Dazu kommen acht weitere Suiten: Sync-Fokus, Smoke-Test, Stress-15-Jahre, Klickrunde, Suchtempo. Alles läuft in einem echten Chromium gegen die fertige HTML – nicht gegen einzelne Funktionen.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Bilder sind Vorlagen des Werkzeug-Fensters; das echte Fenster sieht so aus und ist auf Windows durchgetestet (Einrichten, Entfernen, Pfade speichern, Verbindung prüfen).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Zahlen zum Abo und zur Arbeitszeit bei Bedarf mündlich nennen – die Entscheidungsvorlage vom 10.08. enthält die Schätzung (Größenordnung: Abo unter 100 €/Monat).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344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48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Instandhaltung digital – ein Werkzeug für Scheurich und Soendgen Keramik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974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Vorstellung bei Soendgen Keramik · Dienstag, 22.09.2026 · R. Ciraci, Werkstattleiter BTA Scheurich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361188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/home/user/WerkstattKalender/doku/logos/scheurich-group-haupt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776472"/>
            <a:ext cx="237744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474720" y="361188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1" descr="/home/user/WerkstattKalender/doku/logos/soendgen-kerami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8" y="3675888"/>
            <a:ext cx="969264" cy="6949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Worüber wir heute sprechen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Sieben Kapitel – mit vielen Bildern aus dem laufenden Betrieb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57200" cy="457200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2344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Ausgangslage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5270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überhaupt – und was fehlte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457200" cy="457200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1031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Cockpit im Überblick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Bereiche, so wie sie täglich aussehen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457200" cy="457200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9718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– bewusst einfach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2644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Dateien statt Server, Rollen, Updates, zwei Standorte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457200" cy="457200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8404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Belastbarkeit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41330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Stresstest mit 71.000 Einträgen, 73 Härtetests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280160"/>
            <a:ext cx="457200" cy="457200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5488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349240" y="12344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Einführung in 5 Minuten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5349240" y="15270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Installations-Werkzeug – ohne IT, ohne Admin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148840"/>
            <a:ext cx="457200" cy="457200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5488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349240" y="21031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es entstanden ist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5349240" y="23957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Arbeit mit Claude: Rollen, Regeln, Kommunikation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3017520"/>
            <a:ext cx="457200" cy="457200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75488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349240" y="29718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Nutzen für Soendgen Keramik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5349240" y="32644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Fahrplan, Grenzen, Diskussion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Vorstellung für Soendgen Keramik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3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600200"/>
            <a:ext cx="1051560" cy="1051560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2103120" y="1234440"/>
            <a:ext cx="6583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Ausgangslage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2103120" y="27889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7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die Werkstatt vor dem Cockpit gearbeitet hat – und was dabei jeden Tag gefehlt hat.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Vorstellung für Soendgen Keramik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lief es bisher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 Werkzeuge, drei Orte, kein gemeinsames Bild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06040" cy="2514600"/>
          </a:xfrm>
          <a:prstGeom prst="roundRect">
            <a:avLst>
              <a:gd name="adj" fmla="val 363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08760"/>
            <a:ext cx="566928" cy="5669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08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1364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945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Papier-Schichtbuch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542032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Störungen im Heft: nicht durchsuchbar, keine Ausfallzeiten, kein Überblick, was noch offen ist.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91840" y="1280160"/>
            <a:ext cx="2606040" cy="2514600"/>
          </a:xfrm>
          <a:prstGeom prst="roundRect">
            <a:avLst>
              <a:gd name="adj" fmla="val 363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1508760"/>
            <a:ext cx="566928" cy="566928"/>
          </a:xfrm>
          <a:prstGeom prst="ellipse">
            <a:avLst/>
          </a:prstGeom>
          <a:solidFill>
            <a:srgbClr val="1F7A3D"/>
          </a:solidFill>
          <a:ln w="12700">
            <a:solidFill>
              <a:srgbClr val="1F7A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20440" y="1508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1364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1945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&amp; Zuruf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2542032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Schichtplan im Excel, Tagesplanung per Zuruf – wer heute da ist und was ansteht, steht nirgends zentral.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1280160"/>
            <a:ext cx="2606040" cy="2514600"/>
          </a:xfrm>
          <a:prstGeom prst="roundRect">
            <a:avLst>
              <a:gd name="adj" fmla="val 363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1508760"/>
            <a:ext cx="566928" cy="566928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5080" y="1508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64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21945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Nachweise von Hand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2542032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Wartungs- und Prüfnachweise (TPM, R+I) auf Zetteln – bei Audit und Übergabe mühsam zusammenzusuchen.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Folge: Wissen im Kopf Einzelner, doppelte Arbeit – und keine belastbaren Zahlen für die Morgenrunde.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Vorstellung für Soendgen Keramik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das Cockpit ändert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Dieselben Aufgaben – an einem Ort, für alle sichtbar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Vorher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480560" y="11887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dem Cockpit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108960" cy="566928"/>
          </a:xfrm>
          <a:prstGeom prst="roundRect">
            <a:avLst>
              <a:gd name="adj" fmla="val 1290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60020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Heft &amp; Zettel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749040" y="1728216"/>
            <a:ext cx="548640" cy="310896"/>
          </a:xfrm>
          <a:prstGeom prst="rightArrow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1600200"/>
            <a:ext cx="4206240" cy="566928"/>
          </a:xfrm>
          <a:prstGeom prst="roundRect">
            <a:avLst>
              <a:gd name="adj" fmla="val 12903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60020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Digitales Schichtbuch: Nummer, Suche, Ursache, Ausfallzeit, Ersatzteile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3108960" cy="566928"/>
          </a:xfrm>
          <a:prstGeom prst="roundRect">
            <a:avLst>
              <a:gd name="adj" fmla="val 1290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33172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Excel-Schichtplan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749040" y="2459736"/>
            <a:ext cx="548640" cy="310896"/>
          </a:xfrm>
          <a:prstGeom prst="rightArrow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80560" y="2331720"/>
            <a:ext cx="4206240" cy="566928"/>
          </a:xfrm>
          <a:prstGeom prst="roundRect">
            <a:avLst>
              <a:gd name="adj" fmla="val 12903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63440" y="233172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Schichtplan und Tagesplanung in einem – Aushang je Woche per Klick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3108960" cy="566928"/>
          </a:xfrm>
          <a:prstGeom prst="roundRect">
            <a:avLst>
              <a:gd name="adj" fmla="val 1290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06324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Nachweise von Hand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749040" y="3191256"/>
            <a:ext cx="548640" cy="310896"/>
          </a:xfrm>
          <a:prstGeom prst="rightArrow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80560" y="3063240"/>
            <a:ext cx="4206240" cy="566928"/>
          </a:xfrm>
          <a:prstGeom prst="roundRect">
            <a:avLst>
              <a:gd name="adj" fmla="val 12903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63440" y="306324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TPM und R+I mit festem Rhythmus und druckfertigem Prüfnachweis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3794760"/>
            <a:ext cx="3108960" cy="566928"/>
          </a:xfrm>
          <a:prstGeom prst="roundRect">
            <a:avLst>
              <a:gd name="adj" fmla="val 1290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379476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„Was liegt an?“ per Zuruf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749040" y="3922776"/>
            <a:ext cx="548640" cy="310896"/>
          </a:xfrm>
          <a:prstGeom prst="rightArrow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80560" y="3794760"/>
            <a:ext cx="4206240" cy="566928"/>
          </a:xfrm>
          <a:prstGeom prst="roundRect">
            <a:avLst>
              <a:gd name="adj" fmla="val 12903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663440" y="379476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Übersicht: wer ist da, was ist offen, was ist fällig – für alle gleich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Vorstellung für Soendgen Keramik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Idee in Zahlen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Grundregel von Anfang an: Es muss ohne IT-Projekt laufen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920240" cy="2651760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173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286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633472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Datei – kein Server, keine Datenbank, keine Installation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1280160"/>
            <a:ext cx="1920240" cy="2651760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97480" y="14173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2286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Dateien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2633472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dem Firmenlaufwerk: Kalender-Daten und Störberichte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1920240" cy="2651760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14173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0 €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2286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Lizenzkosten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2633472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läuft auf den vorhandenen PCs und dem vorhandenen Laufwerk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1280160"/>
            <a:ext cx="1920240" cy="2651760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03720" y="14173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08/26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2286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Tagesbetrieb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2633472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seit August auf allen Werkstatt-Rechnern bei Scheurich (8 Mitarbeiter + Leitung)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Adminrechte, kein Server, keine Datenbank, keine Anfrage an die IT – das war die Bedingung, damit es überhaupt starten konnte.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Vorstellung für Soendgen Keramik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C3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600200"/>
            <a:ext cx="1051560" cy="1051560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2103120" y="1234440"/>
            <a:ext cx="6583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Cockpit im Überblick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2103120" y="27889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7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Bereiche mit echten Bildschirmbildern – so, wie die Werkstatt sie jeden Tag sieht (Beispieldaten).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Vorstellung für Soendgen Keramik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Übersicht – der Tag auf einen Blick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Startseite auf jedem Rechner: Kennzahlen, wer da ist, was offen ist, Pinnwand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0624" y="1152144"/>
            <a:ext cx="5742432" cy="3625901"/>
          </a:xfrm>
          <a:prstGeom prst="roundRect">
            <a:avLst>
              <a:gd name="adj" fmla="val 1261"/>
            </a:avLst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5" name="Image 0" descr="/tmp/claude-0/-home-user-WerkstattKalender/8b2eab4a-3225-51dd-900c-dbf3d21c0a06/scratchpad/shots/01-uebersic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669280" cy="355274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46520" y="1234440"/>
            <a:ext cx="201168" cy="201168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748272" y="1188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Kennzahlen oben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748272" y="14630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Heute fällig, erledigt, überfällig, TPM-Score, Uhrzeit und laufende Schicht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46520" y="2103120"/>
            <a:ext cx="201168" cy="201168"/>
          </a:xfrm>
          <a:prstGeom prst="ellipse">
            <a:avLst/>
          </a:prstGeom>
          <a:solidFill>
            <a:srgbClr val="1F7A3D"/>
          </a:solidFill>
          <a:ln w="12700">
            <a:solidFill>
              <a:srgbClr val="1F7A3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748272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Heute da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748272" y="23317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in welcher Schicht arbeitet – direkt aus dem Schichtplan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446520" y="2971800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748272" y="2926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Offene Störungen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6748272" y="320040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Restarbeit und Ausfallzeit – aus dem digitalen Schichtbuch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446520" y="3840480"/>
            <a:ext cx="201168" cy="201168"/>
          </a:xfrm>
          <a:prstGeom prst="ellipse">
            <a:avLst/>
          </a:prstGeom>
          <a:solidFill>
            <a:srgbClr val="F0C230"/>
          </a:solidFill>
          <a:ln w="12700">
            <a:solidFill>
              <a:srgbClr val="F0C23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48272" y="3794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Pinnwand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6748272" y="406908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Übergaben und Hinweise für alle – mit einem Klick zur Arbeit gemacht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Vorstellung für Soendgen Keramik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Schichtplan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Monatsmatrix für das ganze Team – ersetzt das Excel-Blatt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0624" y="1152144"/>
            <a:ext cx="5742432" cy="3625901"/>
          </a:xfrm>
          <a:prstGeom prst="roundRect">
            <a:avLst>
              <a:gd name="adj" fmla="val 1261"/>
            </a:avLst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5" name="Image 0" descr="/tmp/claude-0/-home-user-WerkstattKalender/8b2eab4a-3225-51dd-900c-dbf3d21c0a06/scratchpad/shots/02-schichtpl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669280" cy="355274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46520" y="1234440"/>
            <a:ext cx="2697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Klick auf eine Zelle öffnet die Auswahl: Früh, Spät, Nacht, Bereitschaft, Urlaub, Krank, Schule …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Farben je Schichtart, Feiertage und Wochenenden automatisch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Gilt sofort auch in der Planung und in der Übersicht („Heute da“)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Aushang je Kalenderwoche per Knopfdruck (A4 quer)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Notizen an einzelnen Zellen – wie ein Kommentar im Excel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Vorstellung für Soendgen Keramik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Planung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macht heute was – je Person, je Tag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0624" y="1152144"/>
            <a:ext cx="5742432" cy="3625901"/>
          </a:xfrm>
          <a:prstGeom prst="roundRect">
            <a:avLst>
              <a:gd name="adj" fmla="val 1261"/>
            </a:avLst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5" name="Image 0" descr="/tmp/claude-0/-home-user-WerkstattKalender/8b2eab4a-3225-51dd-900c-dbf3d21c0a06/scratchpad/shots/03-planu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669280" cy="355274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46520" y="1234440"/>
            <a:ext cx="2697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Wochenansicht: jede Person, jeder Tag, die Arbeiten dazu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Wartungsplan (TPM, R+I) fließt automatisch als Termine ein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Arbeiten aus dem Backlog werden per Klick eingeplant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Aushang als A4-Blatt – hängt in der Werkstatt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Vorstellung für Soendgen Keramik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Störungen – das digitale Schichtbuch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 Störbericht hat eine Nummer und ist in Sekunden wiedergefunden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0624" y="1152144"/>
            <a:ext cx="5742432" cy="3625901"/>
          </a:xfrm>
          <a:prstGeom prst="roundRect">
            <a:avLst>
              <a:gd name="adj" fmla="val 1261"/>
            </a:avLst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5" name="Image 0" descr="/tmp/claude-0/-home-user-WerkstattKalender/8b2eab4a-3225-51dd-900c-dbf3d21c0a06/scratchpad/shots/06b-stoerungen-off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669280" cy="355274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46520" y="1234440"/>
            <a:ext cx="2697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Anlage, Teil, Störung, Ursache, Maßnahme, Ausfallzeit, Melder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 oder behoben – plus „was muss die nächste Schicht tun“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Ersatzteile und Nachbestellungen direkt am Bericht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Ansichten nach Datum, Anlage, Nummer, Status, Gewerk; Suche über alles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Auswertung: Störungen je Anlage und Monat, Ausfallzeiten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Vorstellung für Soendgen Keramik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Schichtbericht für die Morgenrunde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Blatt auf Knopfdruck – seit dieser Woche im Einsatz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0624" y="1152144"/>
            <a:ext cx="5559552" cy="2215909"/>
          </a:xfrm>
          <a:prstGeom prst="roundRect">
            <a:avLst>
              <a:gd name="adj" fmla="val 2063"/>
            </a:avLst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5" name="Image 0" descr="/tmp/claude-0/-home-user-WerkstattKalender/8b2eab4a-3225-51dd-900c-dbf3d21c0a06/scratchpad/shots/21-druck-schichtberich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486400" cy="214275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263640" y="1234440"/>
            <a:ext cx="28803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letzten drei Schichten (Früh, Spät, Nacht) auf einer A4-Seite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Kennzahlen oben: Anzahl, offen, Ausfallzeit gesamt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 Spalte „Störungsursache“ – so wird in der Runde gesprochen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Offene Berichte stehen immer zuerst, mit roter Kante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Ausfallzeit als Plakette – ab 60 Minuten rot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Vorstellung für Soendgen Keramik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Berichte – alles an einem Ort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To-dos, Störungen, Backlog und Zeiterfassung unter einem Dach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0624" y="1152144"/>
            <a:ext cx="4096512" cy="2594458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5" name="Image 0" descr="/tmp/claude-0/-home-user-WerkstattKalender/8b2eab4a-3225-51dd-900c-dbf3d21c0a06/scratchpad/shots/04-berichte-st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023360" cy="252130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626864" y="1152144"/>
            <a:ext cx="4096512" cy="2594458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7" name="Image 1" descr="/tmp/claude-0/-home-user-WerkstattKalender/8b2eab4a-3225-51dd-900c-dbf3d21c0a06/scratchpad/shots/05-tod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88720"/>
            <a:ext cx="4023360" cy="252130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381975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Startseite mit Score (überfällige To-dos, offener Backlog, erledigt diese Woche) und einer Suche über alle Berichte.</a:t>
            </a:r>
            <a:endParaRPr lang="en-US" sz="1150" dirty="0"/>
          </a:p>
        </p:txBody>
      </p:sp>
      <p:sp>
        <p:nvSpPr>
          <p:cNvPr id="9" name="Text 5"/>
          <p:cNvSpPr txBox="1"/>
          <p:nvPr/>
        </p:nvSpPr>
        <p:spPr>
          <a:xfrm>
            <a:off x="4663440" y="381975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To-do-Liste: erteilt von, an wen, bis wann, Priorität – erledigt mit Zeitstempel. Ohne Störungs-Bezug, für alles Übrige.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Vorstellung für Soendgen Keramik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TPM &amp; R+I – Wartung mit Prüfnachweis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PitStop-Wartung der Anlagen und gesetzlich getaktete Rundgänge und Inspektionen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0624" y="1152144"/>
            <a:ext cx="4645152" cy="2938272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5" name="Image 0" descr="/tmp/claude-0/-home-user-WerkstattKalender/8b2eab4a-3225-51dd-900c-dbf3d21c0a06/scratchpad/shots/10-tpm-pl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572000" cy="2865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49824" y="1152144"/>
            <a:ext cx="2999232" cy="2796357"/>
          </a:xfrm>
          <a:prstGeom prst="roundRect">
            <a:avLst>
              <a:gd name="adj" fmla="val 1635"/>
            </a:avLst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7" name="Image 1" descr="/tmp/claude-0/-home-user-WerkstattKalender/8b2eab4a-3225-51dd-900c-dbf3d21c0a06/scratchpad/shots/20-druck-pruefnachwei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188720"/>
            <a:ext cx="2926080" cy="272320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4181856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Plan-Kalender: PitStops je Anlage (Taktstraße, Montags-Rotation, freie Gruppen) und R+I-Punkte mit festem Rhythmus – wöchentlich, monatlich, alle X Monate, jeden ersten Montag …</a:t>
            </a:r>
            <a:endParaRPr lang="en-US" sz="1050" dirty="0"/>
          </a:p>
        </p:txBody>
      </p:sp>
      <p:sp>
        <p:nvSpPr>
          <p:cNvPr id="9" name="Text 5"/>
          <p:cNvSpPr txBox="1"/>
          <p:nvPr/>
        </p:nvSpPr>
        <p:spPr>
          <a:xfrm>
            <a:off x="5486400" y="4039941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Prüfnachweis: erledigt und versäumt je Prüfpunkt, mit Rechtsgrundlage (DGUV, DIN, VdS) – druckfertig fürs Audit, mit Unterschriftszeilen.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Vorstellung für Soendgen Keramik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Zeiterfassung und Backlog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Stunden auf Kostenstellen buchen – und Arbeiten sammeln, bis sie eingeplant werden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0624" y="1152144"/>
            <a:ext cx="4096512" cy="2594458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5" name="Image 0" descr="/tmp/claude-0/-home-user-WerkstattKalender/8b2eab4a-3225-51dd-900c-dbf3d21c0a06/scratchpad/shots/08-zeiterfassu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023360" cy="252130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626864" y="1152144"/>
            <a:ext cx="4096512" cy="2594458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7" name="Image 1" descr="/tmp/claude-0/-home-user-WerkstattKalender/8b2eab4a-3225-51dd-900c-dbf3d21c0a06/scratchpad/shots/07-backlo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88720"/>
            <a:ext cx="4023360" cy="252130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381975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Zeiterfassung: je Person und Tag Stunden auf Kostenstellen, mit Tätigkeit und Störungs-Bezug – Jahres-Export für die Auswertung.</a:t>
            </a:r>
            <a:endParaRPr lang="en-US" sz="1150" dirty="0"/>
          </a:p>
        </p:txBody>
      </p:sp>
      <p:sp>
        <p:nvSpPr>
          <p:cNvPr id="9" name="Text 5"/>
          <p:cNvSpPr txBox="1"/>
          <p:nvPr/>
        </p:nvSpPr>
        <p:spPr>
          <a:xfrm>
            <a:off x="4663440" y="381975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Backlog: alle anstehenden Arbeiten je Anlage und Gewerk – offen oder erledigt, von hier aus in die Planung gezogen.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Vorstellung für Soendgen Keramik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Werkstatt-Monitor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Hallenbildschirm ohne Bedienung – und die Leser-Ansicht für Nur-Ansehen-Rechner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0624" y="1152144"/>
            <a:ext cx="5742432" cy="3625901"/>
          </a:xfrm>
          <a:prstGeom prst="roundRect">
            <a:avLst>
              <a:gd name="adj" fmla="val 1261"/>
            </a:avLst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5" name="Image 0" descr="/tmp/claude-0/-home-user-WerkstattKalender/8b2eab4a-3225-51dd-900c-dbf3d21c0a06/scratchpad/shots/14-mon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669280" cy="355274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46520" y="1234440"/>
            <a:ext cx="2697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Uhr, laufende Schicht, wer jetzt in der Werkstatt ist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Heute fällig, offener Backlog, TPM-Score mit Verlauf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Offene Störungen im Laufband unten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Leser-Rechner: nur ansehen, kein Eingriff – nach 15 Minuten ohne Eingabe automatisch zurück zur Übersicht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Vorstellung für Soendgen Keramik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 Verwalten an einem Ort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Zahnrad: Stammdaten und Einstellungen – ohne Programmierung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0624" y="1152144"/>
            <a:ext cx="5742432" cy="3625901"/>
          </a:xfrm>
          <a:prstGeom prst="roundRect">
            <a:avLst>
              <a:gd name="adj" fmla="val 1261"/>
            </a:avLst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5" name="Image 0" descr="/tmp/claude-0/-home-user-WerkstattKalender/8b2eab4a-3225-51dd-900c-dbf3d21c0a06/scratchpad/shots/13-verwalt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669280" cy="355274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46520" y="1234440"/>
            <a:ext cx="2697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Anlagen &amp; R+I: PitStop-Anlagen mit Rotationsart, Prüfpunkte mit Rhythmus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Schichten: Mitarbeiter, Rollen, Schichtarten, Reihenfolge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Kostenstellen, OEE-Anbindung, Monitor-Einstellungen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Verlauf &amp; Sicherung: Update-Ordner, Tages-Sicherung, Konflikt-Wächter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Benutzerrollen: Verwalter · Bearbeiter · Leser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Vorstellung für Soendgen Keramik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C3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600200"/>
            <a:ext cx="1051560" cy="1051560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2103120" y="1234440"/>
            <a:ext cx="6583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Backend – bewusst einfach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2103120" y="27889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7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Server, keine Datenbank: eine Programmdatei und zwei Datendateien auf dem Firmenlaufwerk.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Vorstellung für Soendgen Keramik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die Daten liegen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 auf dem vorhandenen Firmenlaufwerk – jeder Rechner greift auf dieselben Dateien zu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3246120"/>
          </a:xfrm>
          <a:prstGeom prst="roundRect">
            <a:avLst>
              <a:gd name="adj" fmla="val 281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89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FIRMENLAUFWERK  ·  \\SCHEUDC1\…\Werkstatt_Kalender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011680"/>
            <a:ext cx="274320" cy="274320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88720" y="18562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Werkstatt_Kalender_TPM.html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1305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Programm – eine einzige Datei (Update-Ordner)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" y="265176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880360"/>
            <a:ext cx="274320" cy="274320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88720" y="27249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kalender-daten.json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9992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Schichten, Planung, To-dos, Zeiten, TPM/R+I, Pinnwand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" y="352044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749040"/>
            <a:ext cx="274320" cy="2743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88720" y="35935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werkstatt-stoerungen.json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8679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Störberichte – für alle Melder beschreibbar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0" y="2697480"/>
            <a:ext cx="548640" cy="320040"/>
          </a:xfrm>
          <a:prstGeom prst="rightArrow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0" y="1280160"/>
            <a:ext cx="3383280" cy="9144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0" y="1581912"/>
            <a:ext cx="310896" cy="310896"/>
          </a:xfrm>
          <a:prstGeom prst="ellipse">
            <a:avLst/>
          </a:prstGeom>
          <a:solidFill>
            <a:srgbClr val="1F7A3D"/>
          </a:solidFill>
          <a:ln w="12700">
            <a:solidFill>
              <a:srgbClr val="1F7A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0" y="14173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Werkstatt-Rechner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0" y="17190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lesen und schreiben – Bearbeiter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303520" y="2377440"/>
            <a:ext cx="3383280" cy="9144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0" y="2679192"/>
            <a:ext cx="310896" cy="310896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43600" y="25146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Leser-Rechner / Monitor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0" y="281635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ansehen – z. B. Morgenrunde, Hallenbildschirm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303520" y="3474720"/>
            <a:ext cx="3383280" cy="9144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0" y="3776472"/>
            <a:ext cx="310896" cy="310896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43600" y="36118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Zweiter Standort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943600" y="391363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gleiches Programm, eigene Daten (Kapitel 3.5)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Vorstellung für Soendgen Keramik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Zusammenführen statt Überschreiben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das Speichern funktioniert – und warum dabei nichts verloren geht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0624" y="1152144"/>
            <a:ext cx="5193792" cy="3282086"/>
          </a:xfrm>
          <a:prstGeom prst="roundRect">
            <a:avLst>
              <a:gd name="adj" fmla="val 1393"/>
            </a:avLst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5" name="Image 0" descr="/tmp/claude-0/-home-user-WerkstattKalender/8b2eab4a-3225-51dd-900c-dbf3d21c0a06/scratchpad/shots/12-kennkar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120640" cy="32089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897880" y="1234440"/>
            <a:ext cx="32461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Jedes Speichern liest die ganze Datei, führt Eintrag für Eintrag zusammen und schreibt in einem Zug zurück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Speichern zwei Rechner gleichzeitig, erkennt die Schreibmarke das – der Zweite führt neu zusammen, verlustfrei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Konflikt-Wächter sammelt Kopien wie „…-GERÄTENAME.json“ automatisch ein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Tages-Sicherung von selbst, dazu eine lokale Sicherung je Rechner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Kennkarte (Bild) zeigt: verbunden womit, welche Rolle, welcher Stand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Vorstellung für Soendgen Keramik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darf was – drei Rollen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Benutzerliste in der gemeinsamen Datei – die echte Sperre bleiben die Laufwerksrechte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81328"/>
            <a:ext cx="548640" cy="548640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81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32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48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Verwalter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487168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Schreiben und Benutzer pflegen – Anlagen, Team, Rollen, Kennwörter. In der Regel der Werkstattleiter.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91840" y="128016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1481328"/>
            <a:ext cx="548640" cy="548640"/>
          </a:xfrm>
          <a:prstGeom prst="ellipse">
            <a:avLst/>
          </a:prstGeom>
          <a:solidFill>
            <a:srgbClr val="1F7A3D"/>
          </a:solidFill>
          <a:ln w="12700">
            <a:solidFill>
              <a:srgbClr val="1F7A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20440" y="1481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2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148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Bearbeiter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2487168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Einträge anlegen und ändern: Störungen melden, Schichten setzen, To-dos, Zeiten buchen.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128016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1481328"/>
            <a:ext cx="548640" cy="548640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5080" y="1481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32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2148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Leser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2487168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ansehen: Übersicht, Schichtplan, Berichte. Nach 15 Minuten ohne Eingabe zurück zur Übersicht.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79476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FDF6DF"/>
          </a:solidFill>
          <a:ln w="12700">
            <a:solidFill>
              <a:srgbClr val="FDF6D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3858768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Ehrlich gesagt: Die Rollen sind eine Leitplanke gegen Versehen, kein kryptografisches Schloss. Wer den Datenordner auf dem Laufwerk öffnen darf, käme technisch an der App vorbei – echtes Sperren leisten nur die Laufwerksrechte. Ohne Schreibrecht auf dem Laufwerk schaltet die App von selbst auf „nur ansehen“.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Vorstellung für Soendgen Keramik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über den grünen Balken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neue Fassung wird einmal abgelegt – jeder Rechner holt sie sich selbst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920240" cy="2286000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1F7A3D"/>
          </a:solidFill>
          <a:ln w="12700">
            <a:solidFill>
              <a:srgbClr val="1F7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03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Datei ablegen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450592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neue Werkstatt_Kalender_TPM.html kommt in den Update-Ordner auf dem Laufwerk.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395728" y="2331720"/>
            <a:ext cx="164592" cy="228600"/>
          </a:xfrm>
          <a:prstGeom prst="rightArrow">
            <a:avLst/>
          </a:prstGeom>
          <a:solidFill>
            <a:srgbClr val="1F7A3D"/>
          </a:solidFill>
          <a:ln w="12700">
            <a:solidFill>
              <a:srgbClr val="1F7A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1325880"/>
            <a:ext cx="1920240" cy="2286000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0" y="1508760"/>
            <a:ext cx="457200" cy="457200"/>
          </a:xfrm>
          <a:prstGeom prst="ellipse">
            <a:avLst/>
          </a:prstGeom>
          <a:solidFill>
            <a:srgbClr val="1F7A3D"/>
          </a:solidFill>
          <a:ln w="12700">
            <a:solidFill>
              <a:srgbClr val="1F7A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4320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2103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Rechner prüft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2450592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 Rechner schaut alle 5 Minuten in den Ordner – ohne dass jemand etwas tut.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498848" y="2331720"/>
            <a:ext cx="164592" cy="228600"/>
          </a:xfrm>
          <a:prstGeom prst="rightArrow">
            <a:avLst/>
          </a:prstGeom>
          <a:solidFill>
            <a:srgbClr val="1F7A3D"/>
          </a:solidFill>
          <a:ln w="12700">
            <a:solidFill>
              <a:srgbClr val="1F7A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325880"/>
            <a:ext cx="1920240" cy="2286000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1508760"/>
            <a:ext cx="457200" cy="457200"/>
          </a:xfrm>
          <a:prstGeom prst="ellipse">
            <a:avLst/>
          </a:prstGeom>
          <a:solidFill>
            <a:srgbClr val="1F7A3D"/>
          </a:solidFill>
          <a:ln w="12700">
            <a:solidFill>
              <a:srgbClr val="1F7A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2103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Grüner Balken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2450592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„Neue Version verfügbar“ erscheint oben im Cockpit – mit dem Knopf „Jetzt aktualisieren“.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601968" y="2331720"/>
            <a:ext cx="164592" cy="228600"/>
          </a:xfrm>
          <a:prstGeom prst="rightArrow">
            <a:avLst/>
          </a:prstGeom>
          <a:solidFill>
            <a:srgbClr val="1F7A3D"/>
          </a:solidFill>
          <a:ln w="12700">
            <a:solidFill>
              <a:srgbClr val="1F7A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66560" y="1325880"/>
            <a:ext cx="1920240" cy="2286000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49440" y="1508760"/>
            <a:ext cx="457200" cy="457200"/>
          </a:xfrm>
          <a:prstGeom prst="ellipse">
            <a:avLst/>
          </a:prstGeom>
          <a:solidFill>
            <a:srgbClr val="1F7A3D"/>
          </a:solidFill>
          <a:ln w="12700">
            <a:solidFill>
              <a:srgbClr val="1F7A3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494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949440" y="2103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Klick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2450592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Fassung wird sicher übernommen. Daten bleiben unberührt – sie liegen ja in den JSON-Dateien.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384048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EAF3EC"/>
          </a:solidFill>
          <a:ln w="12700">
            <a:solidFill>
              <a:srgbClr val="A9CDB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" y="384048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5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 Version verfügbar – Werkstatt_Kalender_TPM (73).html (17.09., 06:45)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583680" y="3950208"/>
            <a:ext cx="1463040" cy="329184"/>
          </a:xfrm>
          <a:prstGeom prst="roundRect">
            <a:avLst>
              <a:gd name="adj" fmla="val 13889"/>
            </a:avLst>
          </a:prstGeom>
          <a:solidFill>
            <a:srgbClr val="1F7A3D"/>
          </a:solidFill>
          <a:ln w="12700">
            <a:solidFill>
              <a:srgbClr val="1F7A3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83680" y="395020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Jetzt aktualisieren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138160" y="395020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später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Vorstellung für Soendgen Keramik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Firmen, ein Programm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Scheurich und Soendgen Keramik: gleiche Updates, komplett getrennte Daten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2103120"/>
          </a:xfrm>
          <a:prstGeom prst="roundRect">
            <a:avLst>
              <a:gd name="adj" fmla="val 434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Scheurich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7452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 kalender-daten.json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 werkstatt-stoerungen.json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 Anlagen, Team, R+I-Punkte, Benutzer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3931920" cy="2103120"/>
          </a:xfrm>
          <a:prstGeom prst="roundRect">
            <a:avLst>
              <a:gd name="adj" fmla="val 434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8348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Soendgen Keramik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187452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 kalender-daten.json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 werkstatt-stoerungen.json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 Anlagen, Team, R+I-Punkte, Benutzer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6118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5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Gemeinsam: dieselbe Programmdatei und derselbe Update-Ordner auf dem Firmenlaufwerk – eine neue Fassung erreicht beide Werkstätten. Beim ersten Start wählt jeder Rechner seine Werkstatt; die Daten der anderen sieht er nie.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Vorstellung für Soendgen Keramik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C3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600200"/>
            <a:ext cx="1051560" cy="1051560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2103120" y="1234440"/>
            <a:ext cx="6583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Belastbarkeit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2103120" y="27889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7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Messen statt behaupten: ein Stresstest weit jenseits des Alltags und 73 automatische Härtetests vor jeder Auslieferung.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Vorstellung für Soendgen Keramik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Stresstest: 15 Jahre ohne Aufräumen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Messfahrt vom 11.09.2026 – absichtlich weit jenseits des Betriebsalltags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25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71.084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470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Einträge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377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8986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Jahrgänge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34290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15,2 MB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39502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Dateigröße</a:t>
            </a:r>
            <a:endParaRPr lang="en-US" sz="11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3108960" y="1234440"/>
          <a:ext cx="557784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Vorstellung für Soendgen Keramik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Gemessene Zeiten bei 70.000 Einträgen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Stoppuhr an der App selbst – die Netz-Geschwindigkeit des Laufwerks kommt obendrauf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347472"/>
          </a:xfrm>
          <a:prstGeom prst="rect">
            <a:avLst/>
          </a:prstGeom>
          <a:solidFill>
            <a:srgbClr val="2C3137"/>
          </a:solidFill>
          <a:ln w="12700">
            <a:solidFill>
              <a:srgbClr val="2C313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3444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Vorgang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12344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12344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Einordnung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581912"/>
            <a:ext cx="8229600" cy="402336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581912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Verbinden (Datei komplett lesen, alles zusammenführen)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158191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 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158191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einmal beim Start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1984248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Speichern, ein Bearbeiter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198424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6,8 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198424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Hintergrund – der Dialog schließt sofort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386584"/>
            <a:ext cx="8229600" cy="402336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2386584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Speichern, zwei Bearbeiter im selben Augenblick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0" y="2386584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238658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Extremfall, verlustfrei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2788920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App-Start bis die Oberfläche steht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0" y="278892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0,6 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27889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191256"/>
            <a:ext cx="8229600" cy="402336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4360" y="3191256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Leichte Bereiche (Übersicht, Berichte, To-do, Planung, TPM)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0" y="3191256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0,1–0,9 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675120" y="319125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Klick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" y="3593592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Datenreiche Bereiche (Störungen, Backlog, Zeiten, Schichtplan)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0" y="359359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2–10 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675120" y="359359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Klick, beim Stress-Bestand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Ehrlich dazugesagt: Beim Stress-Bestand sind die vier datenreichen Bereiche spürbar zäh – das steht als offener Punkt in der Roll-out-Liste. Im Alltag (ein Drittel dieser Menge) sind kürzere Zeiten zu erwarten, dort bislang ungemessen.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Vorstellung für Soendgen Keramik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Härtetests vor jeder Auslieferung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Automatisch, wiederholbar – jede Änderung muss die ganze Suite grün durchlaufen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4447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 &amp; Sync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7830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Rechner speichern gleichzeitig · beschädigte Datei · Konfliktkopien · Massenlöschung · Speicher voll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463040"/>
            <a:ext cx="457200" cy="457200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40680" y="14447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Rechte &amp; Leser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440680" y="17830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Leser kommt nie an Eingaben · Umgehung geprüft · Benutzerliste · Verbindung nach Neustart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0449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 &amp; Termine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3832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Jahreswechsel · falsch gehende Rechneruhr · Zeitumstellung · Feiertage · alle Rhythmen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288036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3063240"/>
            <a:ext cx="457200" cy="457200"/>
          </a:xfrm>
          <a:prstGeom prst="ellipse">
            <a:avLst/>
          </a:prstGeom>
          <a:solidFill>
            <a:srgbClr val="1F7A3D"/>
          </a:solidFill>
          <a:ln w="12700">
            <a:solidFill>
              <a:srgbClr val="1F7A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4632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30449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Oberfläche &amp; Druck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5440680" y="33832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Druckvorlagen passen auf die Seite · Schichtbericht-Format · Dialoge laufen nicht über · 70.000er-Klickrunde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Grundregel: Eine Änderung am Speichern oder Zusammenführen braucht einen Test, der OHNE die Änderung fehlschlägt – erst dann gilt sie als bewiesen.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Vorstellung für Soendgen Keramik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C3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600200"/>
            <a:ext cx="1051560" cy="1051560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2103120" y="1234440"/>
            <a:ext cx="6583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Einführung in 5 Minuten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2103120" y="27889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7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Download oder ein USB-Stick, ein Doppelklick, ein grüner Knopf – ohne Adminrechte, ohne IT-Anfrage.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Vorstellung für Soendgen Keramik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Ablauf für jeden Rechner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Weg zum Paket ist frei wählbar – danach ist es immer dasselbe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468880" cy="731520"/>
          </a:xfrm>
          <a:prstGeom prst="roundRect">
            <a:avLst>
              <a:gd name="adj" fmla="val 125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533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Link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934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Komplettpaket als eine Datei vom Release – der Link bleibt immer derselbe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2468880" cy="731520"/>
          </a:xfrm>
          <a:prstGeom prst="roundRect">
            <a:avLst>
              <a:gd name="adj" fmla="val 125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2219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USB-Stick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47802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Derselbe Ordner auf dem Stick – für Rechner ohne Internet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2468880" cy="731520"/>
          </a:xfrm>
          <a:prstGeom prst="roundRect">
            <a:avLst>
              <a:gd name="adj" fmla="val 125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0906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Laufwerk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34670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Oder das Paket liegt schon auf dem Firmenlaufwerk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08960" y="2240280"/>
            <a:ext cx="502920" cy="320040"/>
          </a:xfrm>
          <a:prstGeom prst="rightArrow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0" y="1371600"/>
            <a:ext cx="457200" cy="457200"/>
          </a:xfrm>
          <a:prstGeom prst="ellipse">
            <a:avLst/>
          </a:prstGeom>
          <a:solidFill>
            <a:srgbClr val="1F7A3D"/>
          </a:solidFill>
          <a:ln w="12700">
            <a:solidFill>
              <a:srgbClr val="1F7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404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480560" y="13075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Entpacken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16002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dem Rechner (nie vom Stick starten)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840480" y="2029968"/>
            <a:ext cx="457200" cy="457200"/>
          </a:xfrm>
          <a:prstGeom prst="ellipse">
            <a:avLst/>
          </a:prstGeom>
          <a:solidFill>
            <a:srgbClr val="1F7A3D"/>
          </a:solidFill>
          <a:ln w="12700">
            <a:solidFill>
              <a:srgbClr val="1F7A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84048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480560" y="19659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Werkzeug starten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4480560" y="225856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Doppelklick auf BTA-Cockpit-Werkzeug.cmd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840480" y="2688336"/>
            <a:ext cx="457200" cy="457200"/>
          </a:xfrm>
          <a:prstGeom prst="ellipse">
            <a:avLst/>
          </a:prstGeom>
          <a:solidFill>
            <a:srgbClr val="1F7A3D"/>
          </a:solidFill>
          <a:ln w="12700">
            <a:solidFill>
              <a:srgbClr val="1F7A3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840480" y="2688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480560" y="26243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Einrichten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4480560" y="291693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Standort wählen, Pfade stehen schon drin, grüner Knopf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840480" y="3346704"/>
            <a:ext cx="457200" cy="457200"/>
          </a:xfrm>
          <a:prstGeom prst="ellipse">
            <a:avLst/>
          </a:prstGeom>
          <a:solidFill>
            <a:srgbClr val="1F7A3D"/>
          </a:solidFill>
          <a:ln w="12700">
            <a:solidFill>
              <a:srgbClr val="1F7A3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840480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480560" y="328269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4480560" y="357530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Desktop-Verknüpfung – der erste Start verbindet von selbst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411480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EAF3EC"/>
          </a:solidFill>
          <a:ln w="12700">
            <a:solidFill>
              <a:srgbClr val="EAF3E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5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nötig: Adminrechte · Installation im Windows-Sinn · Server · Datenbank · IT-Ticket. Den Ordner löschen entfernt alles wieder.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Vorstellung für Soendgen Keramik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Werkzeug – Reiter „Einrichten“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richtiges Windows-Fenster, gebaut mit Bordmitteln – nichts wird installiert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0624" y="1152144"/>
            <a:ext cx="2999232" cy="3501542"/>
          </a:xfrm>
          <a:prstGeom prst="roundRect">
            <a:avLst>
              <a:gd name="adj" fmla="val 1524"/>
            </a:avLst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5" name="Image 0" descr="/tmp/claude-0/-home-user-WerkstattKalender/8b2eab4a-3225-51dd-900c-dbf3d21c0a06/scratchpad/shots/30-werkzeug-einricht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2926080" cy="34283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703320" y="1234440"/>
            <a:ext cx="54406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Standort-Vorlage: Scheurich oder Soendgen Keramik – die vier Pfade füllen sich passend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Rechner-Art: Arbeitsplatz oder Info-Bildschirm (Autostart, Vollbild für die Morgenrunde)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„Einrichten“ entpackt das Programm, schreibt die Pfade und legt die Verknüpfung an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„Programm herunterladen“ holt den neuesten Stand direkt vom Release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Unten immer sichtbar: Ladebalken und Protokoll – bei Fragen einfach speichern und schicken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Vorstellung für Soendgen Keramik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Werkzeug – Selbsttest und Wartung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„Geht bei dem nicht“ wird in Sekunden zur Ampel; die Pflege-Handgriffe an einem Ort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0624" y="1152144"/>
            <a:ext cx="3730752" cy="2694432"/>
          </a:xfrm>
          <a:prstGeom prst="roundRect">
            <a:avLst>
              <a:gd name="adj" fmla="val 1697"/>
            </a:avLst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5" name="Image 0" descr="/tmp/claude-0/-home-user-WerkstattKalender/8b2eab4a-3225-51dd-900c-dbf3d21c0a06/scratchpad/shots/31-werkzeug-selbst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3657600" cy="2621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992624" y="1152144"/>
            <a:ext cx="3730752" cy="2889504"/>
          </a:xfrm>
          <a:prstGeom prst="roundRect">
            <a:avLst>
              <a:gd name="adj" fmla="val 1582"/>
            </a:avLst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7" name="Image 1" descr="/tmp/claude-0/-home-user-WerkstattKalender/8b2eab4a-3225-51dd-900c-dbf3d21c0a06/scratchpad/shots/32-werkzeug-wartu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88720"/>
            <a:ext cx="3657600" cy="281635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41148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Selbsttest: Laufwerk, Datendatei, Schreibrecht (Bearbeiter oder Leser), Update-Ordner, Störungs-Datei – grün, gelb oder rot. Prüfbericht als Textdatei für die Ablage.</a:t>
            </a:r>
            <a:endParaRPr lang="en-US" sz="1050" dirty="0"/>
          </a:p>
        </p:txBody>
      </p:sp>
      <p:sp>
        <p:nvSpPr>
          <p:cNvPr id="9" name="Text 5"/>
          <p:cNvSpPr txBox="1"/>
          <p:nvPr/>
        </p:nvSpPr>
        <p:spPr>
          <a:xfrm>
            <a:off x="5029200" y="41148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Wartung: nach Update suchen, Verknüpfung reparieren, an Taskleiste anheften, Datenordner öffnen, Pfade neu speichern – und „Vom Rechner entfernen“ räumt sauber ab.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Vorstellung für Soendgen Keramik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2C3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600200"/>
            <a:ext cx="1051560" cy="1051560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2103120" y="1234440"/>
            <a:ext cx="6583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es entstanden ist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2103120" y="27889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7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Software-Projekt mit Lastenheft – ein Werkstattleiter und ein KI-Werkzeug, im Gespräch, Tag für Tag.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Vorstellung für Soendgen Keramik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Rollen, ein Gespräch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Werkstattleiter bringt den Alltag – Claude baut, prüft und dokumentiert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3108960"/>
          </a:xfrm>
          <a:prstGeom prst="roundRect">
            <a:avLst>
              <a:gd name="adj" fmla="val 294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Roberto – Werkstattleiter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7452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Anforderungen aus dem Alltag: „so wie bei Excel“, „für die Morgenrunde“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am echten System – in der Werkstatt, mit echten Rechnern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Entscheidungen: was gebaut wird, was nicht, was wann eingeführt wird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Roll-out, Schulung der Kollegen, Rückmeldungen einsammeln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3931920" cy="3108960"/>
          </a:xfrm>
          <a:prstGeom prst="roundRect">
            <a:avLst>
              <a:gd name="adj" fmla="val 294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8348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– KI-Werkzeug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187452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 der Funktionen samt Tests, Doku und Druckvorlagen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Messen statt behaupten: jede Aussage wird nachgewiesen oder als ungemessen markiert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Vorschläge mit Vorschau – der Mensch wählt aus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Roll-out-Liste pflegen: offene Punkte, Stolpersteine, Erledigtes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Vorstellung für Soendgen Keramik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mir dabei wichtig war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Regeln von Anfang an – sie stehen im Projekt und gelten für jede Änderung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4447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Messen statt behaupten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7830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Aussage über Verhalten (Browser, Dateien, Zeiten) wird nachgewiesen. Was nicht gemessen wurde, heißt „ungemessen“.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463040"/>
            <a:ext cx="457200" cy="457200"/>
          </a:xfrm>
          <a:prstGeom prst="ellipse">
            <a:avLst/>
          </a:prstGeom>
          <a:solidFill>
            <a:srgbClr val="1F7A3D"/>
          </a:solidFill>
          <a:ln w="12700">
            <a:solidFill>
              <a:srgbClr val="1F7A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40680" y="14447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IT nötig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440680" y="17830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 läuft ohne Adminrechte, ohne Installation, ohne Ticket. Das war die Bedingung, damit es überhaupt starten konnte.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0449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Sync-Fehler sind ein No-Go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3832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Änderungen am Speichern oder Zusammenführen brauchen einen Test, der ohne die Änderung fehlschlägt.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288036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3063240"/>
            <a:ext cx="457200" cy="457200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4632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30449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Deutsch, mit dem Warum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5440680" y="33832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Oberfläche und Programmkommentare auf Deutsch – und jeder Kommentar erklärt, warum etwas so gebaut ist.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Dazu die Roll-out-Liste als Gedächtnis: Neue Aufgaben kommen sofort hinein, Erledigtes wandert nach unten – nichts wird gelöscht.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Vorstellung für Soendgen Keramik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kommunizieren wir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Alltagssprache, Bilder, Feedback-Runden – und am Ende immer ein geprüfter Stand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508760" cy="1920240"/>
          </a:xfrm>
          <a:prstGeom prst="roundRect">
            <a:avLst>
              <a:gd name="adj" fmla="val 606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08760"/>
            <a:ext cx="411480" cy="411480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0116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Anliegen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304288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Alltagssprache im Chat – gern mit Foto, Screenshot oder PDF-Scan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148840" y="1371600"/>
            <a:ext cx="1508760" cy="1920240"/>
          </a:xfrm>
          <a:prstGeom prst="roundRect">
            <a:avLst>
              <a:gd name="adj" fmla="val 606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1508760"/>
            <a:ext cx="411480" cy="411480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8600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286000" y="20116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Vorschlag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286000" y="2304288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zeigt eine Vorschau oder mehrere Varianten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40480" y="1371600"/>
            <a:ext cx="1508760" cy="1920240"/>
          </a:xfrm>
          <a:prstGeom prst="roundRect">
            <a:avLst>
              <a:gd name="adj" fmla="val 606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77640" y="1508760"/>
            <a:ext cx="411480" cy="411480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7764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977640" y="20116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977640" y="2304288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lange nachbessern, bis es passt (Tagesbericht: sechs Runden)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532120" y="1371600"/>
            <a:ext cx="1508760" cy="1920240"/>
          </a:xfrm>
          <a:prstGeom prst="roundRect">
            <a:avLst>
              <a:gd name="adj" fmla="val 606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0" y="1508760"/>
            <a:ext cx="411480" cy="411480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0" y="20116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 + Tests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669280" y="2304288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Funktion, Härtetest, ganze Suite grün, Doku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223760" y="1371600"/>
            <a:ext cx="1508760" cy="1920240"/>
          </a:xfrm>
          <a:prstGeom prst="roundRect">
            <a:avLst>
              <a:gd name="adj" fmla="val 606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60920" y="1508760"/>
            <a:ext cx="411480" cy="411480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6092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360920" y="20116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7360920" y="2304288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 Fassung in den Update-Ordner – grüner Balken auf allen Rechnern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352044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" y="35844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echtes Beispiel von dieser Woche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384048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Mittwoch: Scan des Papier-Schichtprotokolls in den Chat → ins Cockpit-Format übertragen, sechs Feedback-Runden bis zum Morgenrunden-Blatt → Donnerstag in der Morgenrunde gezeigt („hat gepasst, bauen“) → am selben Tag fest in die App gebaut, mit Härtetest 74 abgesichert, Suite 73/73 grün, Update auf allen Rechnern.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Vorstellung für Soendgen Keramik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Auftrag im Wortlaut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Pflichtenheft – ein Satz aus der Werkstatt, und was am selben Tag daraus wurde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937760" cy="1371600"/>
          </a:xfrm>
          <a:prstGeom prst="roundRect">
            <a:avLst>
              <a:gd name="adj" fmla="val 8000"/>
            </a:avLst>
          </a:prstGeom>
          <a:solidFill>
            <a:srgbClr val="FDF6DF"/>
          </a:solidFill>
          <a:ln w="9525">
            <a:solidFill>
              <a:srgbClr val="E3CE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Roberto, 15.09.: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„für bearbeiter eine option eine kachel mit einer ‚Notiz‘ zu versehen im schichtplan (wie bei excel) … außerdem wäre es cool wenn man in der übersicht ‚heute da‘ auch dementsprechend eine markierung sieht sollte dieser mitarbeiter an diesem tag eine notiz haben“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4937760" cy="1600200"/>
          </a:xfrm>
          <a:prstGeom prst="roundRect">
            <a:avLst>
              <a:gd name="adj" fmla="val 6857"/>
            </a:avLst>
          </a:prstGeom>
          <a:solidFill>
            <a:srgbClr val="EAF3EC"/>
          </a:solidFill>
          <a:ln w="9525">
            <a:solidFill>
              <a:srgbClr val="A9CDB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926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 am selben Tag: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2004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Zellen-Notiz im Schichtplan mit rotem Eck und Hover – wie der Excel-Kommentar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Getrennte Datenart, damit Planungs-Notizen nicht im Schichtplan auftauchen (Robertos Nachbesserung)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Markierung bei „Heute da“ in der Übersicht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Härtetest 72 (28 Prüfungen) sichert alles ab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32704" y="1243584"/>
            <a:ext cx="3090672" cy="1964131"/>
          </a:xfrm>
          <a:prstGeom prst="roundRect">
            <a:avLst>
              <a:gd name="adj" fmla="val 2328"/>
            </a:avLst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pic>
        <p:nvPicPr>
          <p:cNvPr id="11" name="Image 0" descr="/tmp/claude-0/-home-user-WerkstattKalender/8b2eab4a-3225-51dd-900c-dbf3d21c0a06/scratchpad/shots/02-schichtpl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280160"/>
            <a:ext cx="3017520" cy="1890979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669280" y="32918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Ende der Vorstellung: ein Auftrag live – Roberto schreibt einen Prompt, wir schauen gemeinsam, was passiert.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Vorstellung für Soendgen Keramik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es gekostet hat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Ehrliche Rechnung – keine Lizenzen, kein Server, aber Arbeitszeit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920240" cy="2011680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716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0 €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1031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Software-Lizenzen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1280160"/>
            <a:ext cx="1920240" cy="2011680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97480" y="13716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0 €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21031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Server, Hardware, IT-Aufwand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1920240" cy="2011680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13716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21031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KI-Werkzeug im Monats-Abo statt Lizenz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6560" y="1280160"/>
            <a:ext cx="1920240" cy="2011680"/>
          </a:xfrm>
          <a:prstGeom prst="roundRect">
            <a:avLst>
              <a:gd name="adj" fmla="val 476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03720" y="13716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21031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Arbeitszeit des Werkstattleiters: Anforderungen, Tests am echten System, Einführung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520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 gegenüber steht, was täglich wegfällt: Zettel suchen, Excel abgleichen, Nachweise zusammensuchen, Zuruf – und was neu da ist: Zahlen für die Morgenrunde, ein druckfertiger Prüfnachweis, ein Blick für alle.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Vorstellung für Soendgen Keramik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2C3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600200"/>
            <a:ext cx="1051560" cy="1051560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2103120" y="1234440"/>
            <a:ext cx="6583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Nutzen für Soendgen Keramik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2103120" y="27889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7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SK bekäme, wie der Einstieg aussähe – und was das Cockpit bewusst nicht kann.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Vorstellung für Soendgen Keramik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Soendgen Keramik bekommt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Dasselbe Programm, eigene Daten, gemeinsame Weiterentwicklung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1F7A3D"/>
          </a:solidFill>
          <a:ln w="12700">
            <a:solidFill>
              <a:srgbClr val="1F7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4447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Sofort einsatzbereit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7830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Dasselbe erprobte Programm, in fünf Minuten je Rechner eingerichtet – mit eigenem, leerem Datenbestand.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463040"/>
            <a:ext cx="457200" cy="457200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40680" y="14447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Morgenrunde &amp; Nachweise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440680" y="17830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Schichtbericht auf Knopfdruck, Prüfnachweis fürs Audit, Hallenmonitor für die Runde.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0449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 Stammdaten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3832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Anlagen, Team, Prüfpunkte, Kostenstellen im Verwalten – ohne Programmierung, ohne IT.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288036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3063240"/>
            <a:ext cx="457200" cy="457200"/>
          </a:xfrm>
          <a:prstGeom prst="ellipse">
            <a:avLst/>
          </a:prstGeom>
          <a:solidFill>
            <a:srgbClr val="2C3137"/>
          </a:solidFill>
          <a:ln w="12700">
            <a:solidFill>
              <a:srgbClr val="2C313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4632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30449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Gemeinsame Updates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5440680" y="33832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Verbesserung erreicht beide Werkstätten über den grünen Balken – Wünsche aus SK fließen in dieselbe Roll-out-Liste.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Vorstellung für Soendgen Keramik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könnte der Einstieg aussehen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Vorschlag – Tempo und Umfang bestimmt Soendgen Keramik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594360" cy="594360"/>
          </a:xfrm>
          <a:prstGeom prst="ellipse">
            <a:avLst/>
          </a:prstGeom>
          <a:solidFill>
            <a:srgbClr val="C97A2B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371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508760" y="1664208"/>
            <a:ext cx="640080" cy="0"/>
          </a:xfrm>
          <a:prstGeom prst="line">
            <a:avLst/>
          </a:prstGeom>
          <a:noFill/>
          <a:ln w="19050">
            <a:solidFill>
              <a:srgbClr val="D5D9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1031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Erster Rechner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423160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Werkzeug, Standort „Soendgen Keramik“, in der App die gemeinsame Datei einmalig anlegen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1371600"/>
            <a:ext cx="594360" cy="594360"/>
          </a:xfrm>
          <a:prstGeom prst="ellipse">
            <a:avLst/>
          </a:prstGeom>
          <a:solidFill>
            <a:srgbClr val="2C3137"/>
          </a:solidFill>
          <a:ln w="12700">
            <a:solidFill>
              <a:srgbClr val="2C313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06040" y="1371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00400" y="1664208"/>
            <a:ext cx="640080" cy="0"/>
          </a:xfrm>
          <a:prstGeom prst="line">
            <a:avLst/>
          </a:prstGeom>
          <a:noFill/>
          <a:ln w="19050">
            <a:solidFill>
              <a:srgbClr val="D5D9D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48840" y="21031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Stammdaten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148840" y="2423160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Anlagen, Team, Schichtarten, R+I-Punkte und Kostenstellen im Verwalten eintragen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97680" y="1371600"/>
            <a:ext cx="594360" cy="594360"/>
          </a:xfrm>
          <a:prstGeom prst="ellipse">
            <a:avLst/>
          </a:prstGeom>
          <a:solidFill>
            <a:srgbClr val="2C3137"/>
          </a:solidFill>
          <a:ln w="12700">
            <a:solidFill>
              <a:srgbClr val="2C313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97680" y="1371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92040" y="1664208"/>
            <a:ext cx="640080" cy="0"/>
          </a:xfrm>
          <a:prstGeom prst="line">
            <a:avLst/>
          </a:prstGeom>
          <a:noFill/>
          <a:ln w="19050">
            <a:solidFill>
              <a:srgbClr val="D5D9D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840480" y="21031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Weitere Rechner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840480" y="2423160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Werkstatt-Rechner als Bearbeiter, ein Leser-Bildschirm für die Morgenrunde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89320" y="1371600"/>
            <a:ext cx="594360" cy="594360"/>
          </a:xfrm>
          <a:prstGeom prst="ellipse">
            <a:avLst/>
          </a:prstGeom>
          <a:solidFill>
            <a:srgbClr val="2C3137"/>
          </a:solidFill>
          <a:ln w="12700">
            <a:solidFill>
              <a:srgbClr val="2C313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89320" y="1371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583680" y="1664208"/>
            <a:ext cx="640080" cy="0"/>
          </a:xfrm>
          <a:prstGeom prst="line">
            <a:avLst/>
          </a:prstGeom>
          <a:noFill/>
          <a:ln w="19050">
            <a:solidFill>
              <a:srgbClr val="D5D9D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532120" y="21031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Probelauf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532120" y="2423160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bis vier Wochen parallel zum Bisherigen – Störungen, Schichtplan, Morgenrunde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680960" y="1371600"/>
            <a:ext cx="594360" cy="594360"/>
          </a:xfrm>
          <a:prstGeom prst="ellipse">
            <a:avLst/>
          </a:prstGeom>
          <a:solidFill>
            <a:srgbClr val="2C3137"/>
          </a:solidFill>
          <a:ln w="12700">
            <a:solidFill>
              <a:srgbClr val="2C313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680960" y="1371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223760" y="21031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Rückmeldung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7223760" y="2423160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Wünsche und Stolpersteine in die Roll-out-Liste – Verbesserungen kommen per Update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39319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Begleitung: Roberto richtet den ersten Rechner mit ein; Fragen laufen über denselben Chat, aus dem auch die Scheurich-Werkstatt bedient wird.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Vorstellung für Soendgen Keramik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das Cockpit bewusst nicht kann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Ehrlich benannt – damit die Erwartung stimmt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621792"/>
          </a:xfrm>
          <a:prstGeom prst="roundRect">
            <a:avLst>
              <a:gd name="adj" fmla="val 1470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53896"/>
            <a:ext cx="274320" cy="2743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53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335024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Ersatzteil-Lager mit Bestellwesen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023360" y="1335024"/>
            <a:ext cx="4526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Nachbestellungen werden am Störbericht vermerkt – ein Lagersystem ist es nicht.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8229600" cy="621792"/>
          </a:xfrm>
          <a:prstGeom prst="roundRect">
            <a:avLst>
              <a:gd name="adj" fmla="val 1470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185416"/>
            <a:ext cx="274320" cy="2743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185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066544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Erfassung per QR-Code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023360" y="2066544"/>
            <a:ext cx="4526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Cockpit lebt auf den Werkstatt-Rechnern; eine Handy-Fassung ist als Idee offen.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8229600" cy="621792"/>
          </a:xfrm>
          <a:prstGeom prst="roundRect">
            <a:avLst>
              <a:gd name="adj" fmla="val 1470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916936"/>
            <a:ext cx="274320" cy="2743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2916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798064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Revisionssicherer Audit-Trail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023360" y="2798064"/>
            <a:ext cx="4526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gibt einen Verlauf mit Urheber, aber keine unveränderbare Protokollierung.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474720"/>
            <a:ext cx="8229600" cy="621792"/>
          </a:xfrm>
          <a:prstGeom prst="roundRect">
            <a:avLst>
              <a:gd name="adj" fmla="val 1470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648456"/>
            <a:ext cx="274320" cy="2743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648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529584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Zugriffskontrolle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023360" y="3529584"/>
            <a:ext cx="4526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Rollen sind eine Leitplanke. Wer den Ordner öffnen darf, kommt an die Daten – die Sperre sind die Laufwerksrechte.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Grenze, ab der eine Kauf-Software die bessere Wahl wäre, steht in der Entscheidungsvorlage – bislang ist sie nicht erreicht.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Vorstellung für Soendgen Keramik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2C3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Fragen &amp; Diskussion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317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 zum Schluss: ein Auftrag live – ein Satz im Chat, und wir schauen zu, was passiert.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26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Ciraci · Werkstattleiter BTA Scheurich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361188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/home/user/WerkstattKalender/doku/logos/scheurich-group-haupt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776472"/>
            <a:ext cx="237744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474720" y="361188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1" descr="/home/user/WerkstattKalender/doku/logos/soendgen-kerami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8" y="3675888"/>
            <a:ext cx="969264" cy="6949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BTA-Cockpit · Vorstellung für Soendgen Keramik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822960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BTA-Cockpit – Vorstellung Soendgen Keramik</dc:title>
  <dc:subject>PptxGenJS Presentation</dc:subject>
  <dc:creator>R. Ciraci</dc:creator>
  <cp:lastModifiedBy>R. Ciraci</cp:lastModifiedBy>
  <cp:revision>1</cp:revision>
  <dcterms:created xsi:type="dcterms:W3CDTF">2026-09-18T19:46:28Z</dcterms:created>
  <dcterms:modified xsi:type="dcterms:W3CDTF">2026-09-18T19:46:28Z</dcterms:modified>
</cp:coreProperties>
</file>