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Ein Werkzeug, das die Werkstatt selbst eingeführt hat: Wartungsplanung, Schichtbuch, Störberichte. Läuft heute produktiv.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Kernbotschaft: bewusst einfach gehalten. Alles liegt auf unserem Laufwerk, nichts verlässt das Haus, die IT musste nicht angefragt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der Startbildschirm jedes Arbeitsplatzes. Alles Wichtige ohne einen einzigen Klick.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Niemand muss den Plan von Hand fortschreiben. Liegengebliebenes bleibt sichtbar, bis es erledigt oder bewusst verschoben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entsteht die Wocheneinteilung in Minuten. Prioritäten und Gewerke (Mechanik/Elektrik) sind farblich sichtbar.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Störung wird zum sauberen Bericht. Häuft sich eine Anlage (3. Störung in 30 Tagen), weist die App von selbst darauf hin.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Audit-Folie: Der Auditor fragt 'Zeigen Sie mir die Wartung der TS480 aus dem März' - Register öffnen, fertig. Prüfnachweis wird gedruckt und unterschrieben, wie gewohnt - nur ohne Zettelwirtschaft.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Sicherheit in zwei Richtungen: gegen Datenverlust (Zusammenführen, Sicherungen, Selbstheilung) und gegen Abfluss (alles bleibt auf dem Laufwerk).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unterscheidet das Cockpit von einer gewachsenen Excel-Lösung: Jede Funktion ist automatisiert getestet, die Zahlen stammen aus dem Volllauf von heute.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Aufwand je Arbeitsplatz: unter fünf Minuten, ohne IT. Für die Kollegen gibt es die einseitige Klickanleitung als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Abschluss: Angebot für einen Rundgang am echten System. Lesezugang kostet nichts und zeigt mehr als jede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Werkstatt-Cockpit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8368" y="292608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Instandhaltung, Schichtbuch und Störungen –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einer Oberfläche.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58368" y="594360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Vorstellung für die Betriebsleitung  ·  Stand 24.08.2026</a:t>
            </a:r>
            <a:endParaRPr lang="en-US" sz="1300" dirty="0"/>
          </a:p>
        </p:txBody>
      </p:sp>
      <p:pic>
        <p:nvPicPr>
          <p:cNvPr id="5" name="Image 0" descr="/tmp/claude-0/-home-user-WerkstattKalender/8b2eab4a-3225-51dd-900c-dbf3d21c0a06/scratchpad/ppt/s1-uebers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234440"/>
            <a:ext cx="5074920" cy="285292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000000">
                <a:alpha val="50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675120" y="416052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Übersicht – so meldet sich die Werkstatt morgens 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das Werkstatt-Cockpit?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3716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einzige HTML-Datei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 dem Firmenlaufwerk – kein Server, keine Datenbank, keine Installation.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IT-Anfrage nötig: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ohne Adminrechte im vorhandenen Browser.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Daten liegen in zwei JSON-Dateien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 gemeinsamen Werkstatt-Ordner – wer sie bearbeiten darf, regeln die Laufwerks-Rechte.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Arbeitsplatz braucht nur ein Desktop-Symbol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eine neue Programmversion ist ein einziger Datei-Tausch für alle.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58952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F1F3F5"/>
          </a:solidFill>
          <a:ln/>
        </p:spPr>
      </p:sp>
      <p:sp>
        <p:nvSpPr>
          <p:cNvPr id="5" name="Text 3"/>
          <p:cNvSpPr/>
          <p:nvPr/>
        </p:nvSpPr>
        <p:spPr>
          <a:xfrm>
            <a:off x="7726680" y="178308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26680" y="26243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Datei zum Verteilen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0" y="178308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9692640" y="26243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26680" y="352044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726680" y="436168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automatischer Abgleich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0" y="352044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9692640" y="436168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Daten-Dateien im Ordner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Übersicht: die Lage auf einen Blick</a:t>
            </a:r>
            <a:endParaRPr lang="en-US" sz="3200" dirty="0"/>
          </a:p>
        </p:txBody>
      </p:sp>
      <p:pic>
        <p:nvPicPr>
          <p:cNvPr id="3" name="Image 0" descr="/tmp/claude-0/-home-user-WerkstattKalender/8b2eab4a-3225-51dd-900c-dbf3d21c0a06/scratchpad/ppt/s1-uebers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7452360" cy="4187952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888888">
                <a:alpha val="4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640080" y="5596128"/>
            <a:ext cx="7452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Beispieldaten. Oben die Kennzahlen des Tages, darunter Anwesenheit, offene Störungen und die heutige Tagesliste.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321040" y="1463040"/>
            <a:ext cx="347472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Kennzahlen des Tages: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fällig, erledigt, überfällig, Monatsquote.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ist jetzt da?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Schichten mit Anwesenheit, live.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Störungen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stehen rot ganz oben – nichts geht unter.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Pinnwand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Übergaben zwischen den Schichten.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Wartung &amp; Rundgänge: der Plan pflegt sich selbst</a:t>
            </a:r>
            <a:endParaRPr lang="en-US" sz="3200" dirty="0"/>
          </a:p>
        </p:txBody>
      </p:sp>
      <p:pic>
        <p:nvPicPr>
          <p:cNvPr id="3" name="Image 0" descr="/tmp/claude-0/-home-user-WerkstattKalender/8b2eab4a-3225-51dd-900c-dbf3d21c0a06/scratchpad/ppt/s2-plankalen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7452360" cy="4187952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888888">
                <a:alpha val="4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640080" y="5596128"/>
            <a:ext cx="7452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Plan-Kalender im August: farbige Kacheln je Anlage, grüner Haken = erledigt, Feiertage werden ausgespart.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321040" y="1463040"/>
            <a:ext cx="347472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Rotation: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TPM-Anlagen und R+I-Rundgänge verteilen sich selbst über die Wochen.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Klick hakt ab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direkt auf der Kachel.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Feiertage (Bayern)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 eingerechnet.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Kalender-Fenster: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Plan lässt sich von jeder Seite aus als kleines Fenster öffnen.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Wochenplanung: Arbeiten per Ziehen verteilen</a:t>
            </a:r>
            <a:endParaRPr lang="en-US" sz="3200" dirty="0"/>
          </a:p>
        </p:txBody>
      </p:sp>
      <p:pic>
        <p:nvPicPr>
          <p:cNvPr id="3" name="Image 0" descr="/tmp/claude-0/-home-user-WerkstattKalender/8b2eab4a-3225-51dd-900c-dbf3d21c0a06/scratchpad/ppt/s4-plan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7452360" cy="4187952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888888">
                <a:alpha val="4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640080" y="5596128"/>
            <a:ext cx="7452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Wochenplan mit dem Backlog-Fenster: offene Arbeiten einfach auf Person und Tag ziehen.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321040" y="1463040"/>
            <a:ext cx="347472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neben dem Plan: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offenen Arbeiten in einem frei verschiebbaren Fenster.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Zuweisen = Ziehen: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 auf die Zeile von Person und Tag ziehen – fertig.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Umplanen genauso: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Chips im Plan auf eine andere Person oder einen anderen Tag ziehen.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Schichten und Notizen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Person und Tag direkt daneben.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Störberichte: vollständig dokumentiert, mit Foto</a:t>
            </a:r>
            <a:endParaRPr lang="en-US" sz="3200" dirty="0"/>
          </a:p>
        </p:txBody>
      </p:sp>
      <p:pic>
        <p:nvPicPr>
          <p:cNvPr id="3" name="Image 0" descr="/tmp/claude-0/-home-user-WerkstattKalender/8b2eab4a-3225-51dd-900c-dbf3d21c0a06/scratchpad/ppt/s5-stoerber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7452360" cy="4187952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888888">
                <a:alpha val="4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640080" y="5596128"/>
            <a:ext cx="7452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Störbericht: fortlaufende Nummer, Schicht, Ausfallzeit, Ursache, Maßnahmen – und das Foto vom Schaden.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321040" y="1463040"/>
            <a:ext cx="347472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Fortlaufende Nummer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Jahr – eindeutig zitierbar.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Ausfallzeit in Minuten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wird je Anlage ausgewertet.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vom Schaden: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Handy direkt aus der Kamera – sagt der nächsten Schicht mehr als drei Sätze.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Maßnahmen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wandern per Klick ins Backlog.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Beim Audit: Nachweise auf Knopfdruck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389888"/>
            <a:ext cx="384048" cy="384048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13898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34440" y="1371600"/>
            <a:ext cx="5989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Lückenlose Historie je Anlage: </a:t>
            </a:r>
            <a:pPr indent="0" marL="0">
              <a:buNone/>
            </a:pPr>
            <a:r>
              <a:rPr lang="en-US" sz="14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mit Steckbrief, allen Terminen, Störungen und Ausfallzeiten – über Jahre.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58368" y="2231136"/>
            <a:ext cx="384048" cy="384048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2311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212848"/>
            <a:ext cx="5989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Prüfnachweis als A4-Ausdruck: </a:t>
            </a:r>
            <a:pPr indent="0" marL="0">
              <a:buNone/>
            </a:pPr>
            <a:r>
              <a:rPr lang="en-US" sz="14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unterschriftsfähig, mit Monat, Anlage, Erledigt-Stand – direkt aus der App.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58368" y="3072384"/>
            <a:ext cx="384048" cy="384048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30723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054096"/>
            <a:ext cx="5989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Termintreue schwarz auf weiß: </a:t>
            </a:r>
            <a:pPr indent="0" marL="0">
              <a:buNone/>
            </a:pPr>
            <a:r>
              <a:rPr lang="en-US" sz="14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und Diagramm je Monat und Jahr („X von Y erledigt · Z %“).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58368" y="3913632"/>
            <a:ext cx="384048" cy="384048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39136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3895344"/>
            <a:ext cx="5989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hat wann was geändert: </a:t>
            </a:r>
            <a:pPr indent="0" marL="0">
              <a:buNone/>
            </a:pPr>
            <a:r>
              <a:rPr lang="en-US" sz="14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Verlauf der gemeinsamen Datei, am Bericht steht der letzte Bearbeiter.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8368" y="4754880"/>
            <a:ext cx="384048" cy="384048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4754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736592"/>
            <a:ext cx="5989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ohne Zutun: </a:t>
            </a:r>
            <a:pPr indent="0" marL="0">
              <a:buNone/>
            </a:pPr>
            <a:r>
              <a:rPr lang="en-US" sz="14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tägliche Kopie in den Datenordner – dort greift zusätzlich die IT-Datensicherung des Laufwerks.</a:t>
            </a:r>
            <a:endParaRPr lang="en-US" sz="1450" dirty="0"/>
          </a:p>
        </p:txBody>
      </p:sp>
      <p:pic>
        <p:nvPicPr>
          <p:cNvPr id="18" name="Image 0" descr="/tmp/claude-0/-home-user-WerkstattKalender/8b2eab4a-3225-51dd-900c-dbf3d21c0a06/scratchpad/ppt/s3-auswert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17320"/>
            <a:ext cx="4160520" cy="2340864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888888">
                <a:alpha val="45000"/>
              </a:srgbClr>
            </a:outerShdw>
          </a:effectLst>
        </p:spPr>
      </p:pic>
      <p:sp>
        <p:nvSpPr>
          <p:cNvPr id="19" name="Text 16"/>
          <p:cNvSpPr/>
          <p:nvPr/>
        </p:nvSpPr>
        <p:spPr>
          <a:xfrm>
            <a:off x="7635240" y="3840480"/>
            <a:ext cx="4160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Plan-Kalender mit Auswertung und Monats-Matrix – die Grundlage jedes Nachweises.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635240" y="4663440"/>
            <a:ext cx="4160520" cy="1234440"/>
          </a:xfrm>
          <a:prstGeom prst="roundRect">
            <a:avLst>
              <a:gd name="adj" fmla="val 7407"/>
            </a:avLst>
          </a:prstGeom>
          <a:solidFill>
            <a:srgbClr val="EAF3EC"/>
          </a:solidFill>
          <a:ln/>
        </p:spPr>
      </p:sp>
      <p:sp>
        <p:nvSpPr>
          <p:cNvPr id="21" name="Text 18"/>
          <p:cNvSpPr/>
          <p:nvPr/>
        </p:nvSpPr>
        <p:spPr>
          <a:xfrm>
            <a:off x="7818120" y="4754880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Beim letzten Audit-Thema zählt:
</a:t>
            </a:r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Suchen in Ordnern und Zetteln – jede Frage ist in Sekunden belegbar.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Gemeinsame Nutzung – ohne dass sich jemand überschreibt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Eintrag für Eintrag zusammengeführt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039112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jedem Speichern wird der aktuelle Datei-Stand gelesen und danach zurückgeprüft. Fremde Änderungen erscheinen alle 30 Sekunden von selbst.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34840" y="141732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Rechte über das Laufwerk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663440" y="2039112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kein Schreibrecht hat, sieht automatisch „nur ansehen“. Zusätzlich gibt es Benutzergruppen (Verwalter / Bearbeiter / Leser) in der App.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0" y="141732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/>
        </p:spPr>
      </p:sp>
      <p:sp>
        <p:nvSpPr>
          <p:cNvPr id="10" name="Text 8"/>
          <p:cNvSpPr/>
          <p:nvPr/>
        </p:nvSpPr>
        <p:spPr>
          <a:xfrm>
            <a:off x="8458200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Konflikt-Wächter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58200" y="2039112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Legt ein Sync-Programm eine Konfliktkopie an, sammelt die App sie automatisch ein und führt den Inhalt sicher zusammen.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70332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867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Sicherungen im Hintergrund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" y="4325112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Lokale Sicherungen je Gerät plus eine tägliche Kopie im Datenordner – dort greift die IT-Datensicherung des Laufwerks.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434840" y="370332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3867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Laufwerk kurz weg?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63440" y="4325112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speichert die App lokal weiter, meldet es und gleicht beim nächsten Speichern wieder ab. Selbst eine beschädigte Datei heilt sie automatisch.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0" y="3703320"/>
            <a:ext cx="3611880" cy="2057400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/>
        </p:spPr>
      </p:sp>
      <p:sp>
        <p:nvSpPr>
          <p:cNvPr id="19" name="Text 17"/>
          <p:cNvSpPr/>
          <p:nvPr/>
        </p:nvSpPr>
        <p:spPr>
          <a:xfrm>
            <a:off x="8458200" y="3867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bleibt im Haus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8200" y="4325112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Cloud, keine fremden Server: Die App und die Daten liegen ausschließlich auf dem Firmenlaufwerk.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Verlässlichkeit: gemessen, nicht behauptet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Härtetest-Suiten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14630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700+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3566160" y="2377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Einzelprüfungen je Volllauf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14630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36.000+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0" y="2377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Einträge im 15-Jahre-Stresstest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0" y="14630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9235440" y="237744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bestanden im Volllauf vom 24.08.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429000"/>
            <a:ext cx="106984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Geprüfte Grenzfälle: beschädigte Datei (heilt sich selbst), zwei gleichzeitig offene Fenster, falsch gehende Uhr, volle Speichergrenze, echter Excel-Import, Rechte-Entzug im Betrieb.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Hausregel: Jede Änderung am Speichern oder Zusammenführen braucht einen Test, der ohne die Änderung fehlschlägt.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jeder Auslieferung läuft die komplette Suite - eine neue Version geht nur grün geprüft aufs Laufwerk.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Einstieg am Arbeitsplatz: drei Schritte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938528" y="1554480"/>
            <a:ext cx="1005840" cy="1005840"/>
          </a:xfrm>
          <a:prstGeom prst="ellipse">
            <a:avLst/>
          </a:prstGeom>
          <a:solidFill>
            <a:srgbClr val="22262B"/>
          </a:solidFill>
          <a:ln/>
        </p:spPr>
      </p:sp>
      <p:sp>
        <p:nvSpPr>
          <p:cNvPr id="4" name="Text 2"/>
          <p:cNvSpPr/>
          <p:nvPr/>
        </p:nvSpPr>
        <p:spPr>
          <a:xfrm>
            <a:off x="1938528" y="1554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Start-Paket entpacken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ZIP mit allem, was ein Rechner braucht. Auf den Desktop legen – mehr nicht.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96128" y="1554480"/>
            <a:ext cx="1005840" cy="1005840"/>
          </a:xfrm>
          <a:prstGeom prst="ellipse">
            <a:avLst/>
          </a:prstGeom>
          <a:solidFill>
            <a:srgbClr val="22262B"/>
          </a:solidFill>
          <a:ln/>
        </p:spPr>
      </p:sp>
      <p:sp>
        <p:nvSpPr>
          <p:cNvPr id="8" name="Text 6"/>
          <p:cNvSpPr/>
          <p:nvPr/>
        </p:nvSpPr>
        <p:spPr>
          <a:xfrm>
            <a:off x="5596128" y="1554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297680" y="274320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„Cockpit starten“ doppelklicken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480560" y="324612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App öffnet sich im Browser. Beim allerersten Mal die gemeinsame Datei im Werkstatt-Ordner wählen.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253728" y="1554480"/>
            <a:ext cx="1005840" cy="1005840"/>
          </a:xfrm>
          <a:prstGeom prst="ellipse">
            <a:avLst/>
          </a:prstGeom>
          <a:solidFill>
            <a:srgbClr val="22262B"/>
          </a:solidFill>
          <a:ln/>
        </p:spPr>
      </p:sp>
      <p:sp>
        <p:nvSpPr>
          <p:cNvPr id="12" name="Text 10"/>
          <p:cNvSpPr/>
          <p:nvPr/>
        </p:nvSpPr>
        <p:spPr>
          <a:xfrm>
            <a:off x="9253728" y="1554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955280" y="274320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Arbeiten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38160" y="324612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dann: Desktop-Symbol, App geht auf, Stand ist aktuell. Neue Versionen kommen automatisch vom Laufwerk.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5394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etwas klemmt: „Selbsttest.cmd“ im Paket zeigt in zehn Sekunden, woran es liegt. Eine bebilderte Klickanleitung (1 Seite, PDF) liegt bei.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Datei. Kein Server.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nachweisbar.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379476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Rundgang in der App – 15 Minuten am echten System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Lesezugang für die Betriebsleitung ist sofort möglich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&amp; Wünsche fließen in die Vormerk-Liste ein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5897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Roberto Ciraci  ·  Werkstatt</a:t>
            </a:r>
            <a:endParaRPr lang="en-US" sz="1400" dirty="0"/>
          </a:p>
        </p:txBody>
      </p:sp>
      <p:pic>
        <p:nvPicPr>
          <p:cNvPr id="5" name="Image 0" descr="/tmp/claude-0/-home-user-WerkstattKalender/8b2eab4a-3225-51dd-900c-dbf3d21c0a06/scratchpad/ppt/s5-stoerber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737360"/>
            <a:ext cx="3520440" cy="198424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000000">
                <a:alpha val="50000"/>
              </a:srgbClr>
            </a:outerShdw>
          </a:effectLst>
        </p:spPr>
      </p:pic>
      <p:pic>
        <p:nvPicPr>
          <p:cNvPr id="6" name="Image 1" descr="/tmp/claude-0/-home-user-WerkstattKalender/8b2eab4a-3225-51dd-900c-dbf3d21c0a06/scratchpad/ppt/s2-plankale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977640"/>
            <a:ext cx="3520440" cy="198424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2026-08-24T23:38:02Z</dcterms:created>
  <dcterms:modified xsi:type="dcterms:W3CDTF">2026-08-24T23:38:02Z</dcterms:modified>
</cp:coreProperties>
</file>